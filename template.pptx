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2"/>
  </p:notesMasterIdLst>
  <p:sldIdLst>
    <p:sldId id="343" r:id="rId5"/>
    <p:sldId id="314" r:id="rId6"/>
    <p:sldId id="291" r:id="rId7"/>
    <p:sldId id="340" r:id="rId8"/>
    <p:sldId id="370" r:id="rId9"/>
    <p:sldId id="342" r:id="rId10"/>
    <p:sldId id="354" r:id="rId11"/>
    <p:sldId id="367" r:id="rId12"/>
    <p:sldId id="356" r:id="rId13"/>
    <p:sldId id="371" r:id="rId14"/>
    <p:sldId id="357" r:id="rId15"/>
    <p:sldId id="363" r:id="rId16"/>
    <p:sldId id="365" r:id="rId17"/>
    <p:sldId id="366" r:id="rId18"/>
    <p:sldId id="368" r:id="rId19"/>
    <p:sldId id="369" r:id="rId20"/>
    <p:sldId id="35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A35BBD-0E77-974B-BA2D-48B67FD45328}">
          <p14:sldIdLst>
            <p14:sldId id="343"/>
            <p14:sldId id="314"/>
            <p14:sldId id="291"/>
            <p14:sldId id="340"/>
            <p14:sldId id="370"/>
            <p14:sldId id="342"/>
            <p14:sldId id="354"/>
            <p14:sldId id="367"/>
            <p14:sldId id="356"/>
            <p14:sldId id="371"/>
            <p14:sldId id="357"/>
            <p14:sldId id="363"/>
            <p14:sldId id="365"/>
            <p14:sldId id="366"/>
            <p14:sldId id="368"/>
            <p14:sldId id="369"/>
            <p14:sldId id="352"/>
          </p14:sldIdLst>
        </p14:section>
        <p14:section name="Backup slides" id="{B339ED39-B764-E242-9E3F-F4F263B8DD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2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FDBE18-A674-1F48-C298-B14B8D1CFAF8}" name="ray_huang 黃昱叡" initials="r黃" userId="S::ray_huang@accton.com::609dcf4d-5b0a-4609-9c34-b79e60e48d1b" providerId="AD"/>
  <p188:author id="{B3ACA64D-C6F7-C029-A4ED-8F7071A7662B}" name="summer_chen 陳逸嬅" initials="" userId="S::summer_chen@accton.com::85305639-4a0e-424a-b49b-02c89fa139d4" providerId="AD"/>
  <p188:author id="{CDDEF267-3A16-724E-1114-F2EEA5DFE4C7}" name="janet_chen 陳佳雯" initials="j陳" userId="S::janet_chen@accton.com::c92a64e5-5d42-4aa8-8302-89e97de0725b" providerId="AD"/>
  <p188:author id="{A4400A70-7114-8F56-1A78-609C4AE389C8}" name="gin_lin 林欣穎" initials="g林" userId="S::gin_lin@accton.com::b559596f-6513-47f2-95d5-d3e0bfbea7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C"/>
    <a:srgbClr val="0070C0"/>
    <a:srgbClr val="F2F2F2"/>
    <a:srgbClr val="DDB9FF"/>
    <a:srgbClr val="9063B4"/>
    <a:srgbClr val="AB4BF7"/>
    <a:srgbClr val="B3FEFF"/>
    <a:srgbClr val="407C8C"/>
    <a:srgbClr val="2DA8C3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03500-50FC-6516-8EE7-0BF41CC12E13}" v="3" dt="2026-01-13T03:25:15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5"/>
    <p:restoredTop sz="96327"/>
  </p:normalViewPr>
  <p:slideViewPr>
    <p:cSldViewPr snapToGrid="0">
      <p:cViewPr varScale="1">
        <p:scale>
          <a:sx n="106" d="100"/>
          <a:sy n="106" d="100"/>
        </p:scale>
        <p:origin x="186" y="108"/>
      </p:cViewPr>
      <p:guideLst>
        <p:guide orient="horz" pos="32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d_hsiao 蕭明池" userId="S::pond_hsiao@accton.com::e83c8cdc-10f5-4ff2-83dd-2f6b5bfec371" providerId="AD" clId="Web-{3DC03500-50FC-6516-8EE7-0BF41CC12E13}"/>
    <pc:docChg chg="modSld">
      <pc:chgData name="pond_hsiao 蕭明池" userId="S::pond_hsiao@accton.com::e83c8cdc-10f5-4ff2-83dd-2f6b5bfec371" providerId="AD" clId="Web-{3DC03500-50FC-6516-8EE7-0BF41CC12E13}" dt="2026-01-13T03:25:15.913" v="1"/>
      <pc:docMkLst>
        <pc:docMk/>
      </pc:docMkLst>
      <pc:sldChg chg="addSp delSp modSp">
        <pc:chgData name="pond_hsiao 蕭明池" userId="S::pond_hsiao@accton.com::e83c8cdc-10f5-4ff2-83dd-2f6b5bfec371" providerId="AD" clId="Web-{3DC03500-50FC-6516-8EE7-0BF41CC12E13}" dt="2026-01-13T03:25:15.913" v="1"/>
        <pc:sldMkLst>
          <pc:docMk/>
          <pc:sldMk cId="1449526055" sldId="282"/>
        </pc:sldMkLst>
        <pc:picChg chg="add del mod">
          <ac:chgData name="pond_hsiao 蕭明池" userId="S::pond_hsiao@accton.com::e83c8cdc-10f5-4ff2-83dd-2f6b5bfec371" providerId="AD" clId="Web-{3DC03500-50FC-6516-8EE7-0BF41CC12E13}" dt="2026-01-13T03:25:15.913" v="1"/>
          <ac:picMkLst>
            <pc:docMk/>
            <pc:sldMk cId="1449526055" sldId="282"/>
            <ac:picMk id="5" creationId="{EE9800B0-3051-1325-E933-8F2BE7D49247}"/>
          </ac:picMkLst>
        </pc:picChg>
      </pc:sldChg>
    </pc:docChg>
  </pc:docChgLst>
  <pc:docChgLst>
    <pc:chgData name="ray_huang 黃昱叡" userId="609dcf4d-5b0a-4609-9c34-b79e60e48d1b" providerId="ADAL" clId="{9E1491A4-E76E-5807-AC5D-F17AE7A959B1}"/>
    <pc:docChg chg="undo custSel addSld delSld modSld sldOrd modMainMaster addSection modSection">
      <pc:chgData name="ray_huang 黃昱叡" userId="609dcf4d-5b0a-4609-9c34-b79e60e48d1b" providerId="ADAL" clId="{9E1491A4-E76E-5807-AC5D-F17AE7A959B1}" dt="2025-12-26T01:52:08.565" v="755" actId="478"/>
      <pc:docMkLst>
        <pc:docMk/>
      </pc:docMkLst>
      <pc:sldChg chg="delSp modSp mod modClrScheme chgLayout">
        <pc:chgData name="ray_huang 黃昱叡" userId="609dcf4d-5b0a-4609-9c34-b79e60e48d1b" providerId="ADAL" clId="{9E1491A4-E76E-5807-AC5D-F17AE7A959B1}" dt="2025-12-26T01:52:08.565" v="755" actId="478"/>
        <pc:sldMkLst>
          <pc:docMk/>
          <pc:sldMk cId="0" sldId="293"/>
        </pc:sldMkLst>
      </pc:sldChg>
      <pc:sldMasterChg chg="setBg modSldLayout sldLayoutOrd">
        <pc:chgData name="ray_huang 黃昱叡" userId="609dcf4d-5b0a-4609-9c34-b79e60e48d1b" providerId="ADAL" clId="{9E1491A4-E76E-5807-AC5D-F17AE7A959B1}" dt="2025-12-26T01:51:50.687" v="750" actId="478"/>
        <pc:sldMasterMkLst>
          <pc:docMk/>
          <pc:sldMasterMk cId="593063927" sldId="2147483660"/>
        </pc:sldMasterMkLst>
        <pc:sldLayoutChg chg="modSp mod">
          <pc:chgData name="ray_huang 黃昱叡" userId="609dcf4d-5b0a-4609-9c34-b79e60e48d1b" providerId="ADAL" clId="{9E1491A4-E76E-5807-AC5D-F17AE7A959B1}" dt="2025-12-26T01:51:34.816" v="747" actId="1076"/>
          <pc:sldLayoutMkLst>
            <pc:docMk/>
            <pc:sldMasterMk cId="593063927" sldId="2147483660"/>
            <pc:sldLayoutMk cId="400634395" sldId="2147483665"/>
          </pc:sldLayoutMkLst>
          <pc:spChg chg="mod">
            <ac:chgData name="ray_huang 黃昱叡" userId="609dcf4d-5b0a-4609-9c34-b79e60e48d1b" providerId="ADAL" clId="{9E1491A4-E76E-5807-AC5D-F17AE7A959B1}" dt="2025-12-26T01:51:34.816" v="747" actId="1076"/>
            <ac:spMkLst>
              <pc:docMk/>
              <pc:sldMasterMk cId="593063927" sldId="2147483660"/>
              <pc:sldLayoutMk cId="400634395" sldId="2147483665"/>
              <ac:spMk id="8" creationId="{B9AA6E33-53CF-2A95-B713-D0F38394DA52}"/>
            </ac:spMkLst>
          </pc:spChg>
          <pc:spChg chg="mod">
            <ac:chgData name="ray_huang 黃昱叡" userId="609dcf4d-5b0a-4609-9c34-b79e60e48d1b" providerId="ADAL" clId="{9E1491A4-E76E-5807-AC5D-F17AE7A959B1}" dt="2025-12-26T01:51:28.679" v="746" actId="1076"/>
            <ac:spMkLst>
              <pc:docMk/>
              <pc:sldMasterMk cId="593063927" sldId="2147483660"/>
              <pc:sldLayoutMk cId="400634395" sldId="2147483665"/>
              <ac:spMk id="9" creationId="{8B1274AB-BC8E-714D-C8F3-EAAFDC49C34E}"/>
            </ac:spMkLst>
          </pc:spChg>
          <pc:picChg chg="mod">
            <ac:chgData name="ray_huang 黃昱叡" userId="609dcf4d-5b0a-4609-9c34-b79e60e48d1b" providerId="ADAL" clId="{9E1491A4-E76E-5807-AC5D-F17AE7A959B1}" dt="2025-12-26T01:51:28.679" v="746" actId="1076"/>
            <ac:picMkLst>
              <pc:docMk/>
              <pc:sldMasterMk cId="593063927" sldId="2147483660"/>
              <pc:sldLayoutMk cId="400634395" sldId="2147483665"/>
              <ac:picMk id="10" creationId="{2D0A9BC7-4001-0876-95C3-B2FDB3E6B95A}"/>
            </ac:picMkLst>
          </pc:picChg>
        </pc:sldLayoutChg>
        <pc:sldLayoutChg chg="ord">
          <pc:chgData name="ray_huang 黃昱叡" userId="609dcf4d-5b0a-4609-9c34-b79e60e48d1b" providerId="ADAL" clId="{9E1491A4-E76E-5807-AC5D-F17AE7A959B1}" dt="2025-12-26T01:50:54.169" v="732" actId="20578"/>
          <pc:sldLayoutMkLst>
            <pc:docMk/>
            <pc:sldMasterMk cId="593063927" sldId="2147483660"/>
            <pc:sldLayoutMk cId="211073231" sldId="2147483666"/>
          </pc:sldLayoutMkLst>
        </pc:sldLayoutChg>
        <pc:sldLayoutChg chg="addSp delSp modSp mod ord">
          <pc:chgData name="ray_huang 黃昱叡" userId="609dcf4d-5b0a-4609-9c34-b79e60e48d1b" providerId="ADAL" clId="{9E1491A4-E76E-5807-AC5D-F17AE7A959B1}" dt="2025-12-26T01:51:50.687" v="750" actId="478"/>
          <pc:sldLayoutMkLst>
            <pc:docMk/>
            <pc:sldMasterMk cId="593063927" sldId="2147483660"/>
            <pc:sldLayoutMk cId="2527544464" sldId="2147483683"/>
          </pc:sldLayoutMkLst>
          <pc:spChg chg="mod">
            <ac:chgData name="ray_huang 黃昱叡" userId="609dcf4d-5b0a-4609-9c34-b79e60e48d1b" providerId="ADAL" clId="{9E1491A4-E76E-5807-AC5D-F17AE7A959B1}" dt="2025-12-26T01:51:01.131" v="735"/>
            <ac:spMkLst>
              <pc:docMk/>
              <pc:sldMasterMk cId="593063927" sldId="2147483660"/>
              <pc:sldLayoutMk cId="2527544464" sldId="2147483683"/>
              <ac:spMk id="9" creationId="{3212D128-1C2B-64CC-A93B-B415AE0FB031}"/>
            </ac:spMkLst>
          </pc:spChg>
          <pc:spChg chg="add mod">
            <ac:chgData name="ray_huang 黃昱叡" userId="609dcf4d-5b0a-4609-9c34-b79e60e48d1b" providerId="ADAL" clId="{9E1491A4-E76E-5807-AC5D-F17AE7A959B1}" dt="2025-12-26T01:51:01.131" v="735"/>
            <ac:spMkLst>
              <pc:docMk/>
              <pc:sldMasterMk cId="593063927" sldId="2147483660"/>
              <pc:sldLayoutMk cId="2527544464" sldId="2147483683"/>
              <ac:spMk id="10" creationId="{BB9FDCC4-AABE-6523-35C8-256BF2EB21D9}"/>
            </ac:spMkLst>
          </pc:spChg>
          <pc:spChg chg="add mod">
            <ac:chgData name="ray_huang 黃昱叡" userId="609dcf4d-5b0a-4609-9c34-b79e60e48d1b" providerId="ADAL" clId="{9E1491A4-E76E-5807-AC5D-F17AE7A959B1}" dt="2025-12-26T01:51:10.953" v="737"/>
            <ac:spMkLst>
              <pc:docMk/>
              <pc:sldMasterMk cId="593063927" sldId="2147483660"/>
              <pc:sldLayoutMk cId="2527544464" sldId="2147483683"/>
              <ac:spMk id="13" creationId="{B6F0DD91-F569-5192-6EBB-960C353FCEF3}"/>
            </ac:spMkLst>
          </pc:spChg>
          <pc:spChg chg="add mod">
            <ac:chgData name="ray_huang 黃昱叡" userId="609dcf4d-5b0a-4609-9c34-b79e60e48d1b" providerId="ADAL" clId="{9E1491A4-E76E-5807-AC5D-F17AE7A959B1}" dt="2025-12-26T01:51:36.451" v="748"/>
            <ac:spMkLst>
              <pc:docMk/>
              <pc:sldMasterMk cId="593063927" sldId="2147483660"/>
              <pc:sldLayoutMk cId="2527544464" sldId="2147483683"/>
              <ac:spMk id="14" creationId="{781EF90D-390F-01A6-315F-974FCD60D6E1}"/>
            </ac:spMkLst>
          </pc:spChg>
          <pc:spChg chg="add mod">
            <ac:chgData name="ray_huang 黃昱叡" userId="609dcf4d-5b0a-4609-9c34-b79e60e48d1b" providerId="ADAL" clId="{9E1491A4-E76E-5807-AC5D-F17AE7A959B1}" dt="2025-12-26T01:51:40.642" v="749"/>
            <ac:spMkLst>
              <pc:docMk/>
              <pc:sldMasterMk cId="593063927" sldId="2147483660"/>
              <pc:sldLayoutMk cId="2527544464" sldId="2147483683"/>
              <ac:spMk id="15" creationId="{E55A187B-F3CA-8E95-99E9-16305DD022F6}"/>
            </ac:spMkLst>
          </pc:spChg>
          <pc:grpChg chg="add mod">
            <ac:chgData name="ray_huang 黃昱叡" userId="609dcf4d-5b0a-4609-9c34-b79e60e48d1b" providerId="ADAL" clId="{9E1491A4-E76E-5807-AC5D-F17AE7A959B1}" dt="2025-12-26T01:51:01.131" v="735"/>
            <ac:grpSpMkLst>
              <pc:docMk/>
              <pc:sldMasterMk cId="593063927" sldId="2147483660"/>
              <pc:sldLayoutMk cId="2527544464" sldId="2147483683"/>
              <ac:grpSpMk id="8" creationId="{1B073F67-E3B0-DA85-7335-076955DCDC62}"/>
            </ac:grpSpMkLst>
          </pc:grpChg>
          <pc:picChg chg="add mod">
            <ac:chgData name="ray_huang 黃昱叡" userId="609dcf4d-5b0a-4609-9c34-b79e60e48d1b" providerId="ADAL" clId="{9E1491A4-E76E-5807-AC5D-F17AE7A959B1}" dt="2025-12-26T01:51:40.642" v="749"/>
            <ac:picMkLst>
              <pc:docMk/>
              <pc:sldMasterMk cId="593063927" sldId="2147483660"/>
              <pc:sldLayoutMk cId="2527544464" sldId="2147483683"/>
              <ac:picMk id="16" creationId="{EDF65572-7452-85A1-0678-CBE569208462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B6B768-9288-4931-A13A-C8451494C728}" type="doc">
      <dgm:prSet loTypeId="urn:microsoft.com/office/officeart/2005/8/layout/chevron1" loCatId="process" qsTypeId="urn:microsoft.com/office/officeart/2005/8/quickstyle/simple1" qsCatId="simple" csTypeId="urn:microsoft.com/office/officeart/2005/8/colors/accent1_4" csCatId="accent1" phldr="1"/>
      <dgm:spPr/>
    </dgm:pt>
    <dgm:pt modelId="{BF1A4EAE-4958-4491-8A76-A4429C983A16}">
      <dgm:prSet phldrT="[文字]" phldr="1"/>
      <dgm:spPr/>
      <dgm:t>
        <a:bodyPr/>
        <a:lstStyle/>
        <a:p>
          <a:endParaRPr lang="zh-TW" altLang="en-US" dirty="0"/>
        </a:p>
      </dgm:t>
    </dgm:pt>
    <dgm:pt modelId="{09669585-6CD2-471E-BAA2-E08B7CF427EF}" type="parTrans" cxnId="{041BD34E-7F32-4066-80F2-6014ADFCC416}">
      <dgm:prSet/>
      <dgm:spPr/>
      <dgm:t>
        <a:bodyPr/>
        <a:lstStyle/>
        <a:p>
          <a:endParaRPr lang="zh-TW" altLang="en-US"/>
        </a:p>
      </dgm:t>
    </dgm:pt>
    <dgm:pt modelId="{5C371391-4981-4500-B178-D3B0A851224A}" type="sibTrans" cxnId="{041BD34E-7F32-4066-80F2-6014ADFCC416}">
      <dgm:prSet/>
      <dgm:spPr/>
      <dgm:t>
        <a:bodyPr/>
        <a:lstStyle/>
        <a:p>
          <a:endParaRPr lang="zh-TW" altLang="en-US"/>
        </a:p>
      </dgm:t>
    </dgm:pt>
    <dgm:pt modelId="{E93FD796-8722-4D04-8FF4-319C9859F867}">
      <dgm:prSet phldrT="[文字]" phldr="1"/>
      <dgm:spPr/>
      <dgm:t>
        <a:bodyPr/>
        <a:lstStyle/>
        <a:p>
          <a:endParaRPr lang="zh-TW" altLang="en-US" dirty="0"/>
        </a:p>
      </dgm:t>
    </dgm:pt>
    <dgm:pt modelId="{AB5A5B2E-AB03-420A-BBF4-B51918C3FDF1}" type="parTrans" cxnId="{446E41C9-9332-4D5E-8B6E-FE4E991768B4}">
      <dgm:prSet/>
      <dgm:spPr/>
      <dgm:t>
        <a:bodyPr/>
        <a:lstStyle/>
        <a:p>
          <a:endParaRPr lang="zh-TW" altLang="en-US"/>
        </a:p>
      </dgm:t>
    </dgm:pt>
    <dgm:pt modelId="{7C4CAFAB-E99C-45A2-9201-5F36E96C43D1}" type="sibTrans" cxnId="{446E41C9-9332-4D5E-8B6E-FE4E991768B4}">
      <dgm:prSet/>
      <dgm:spPr/>
      <dgm:t>
        <a:bodyPr/>
        <a:lstStyle/>
        <a:p>
          <a:endParaRPr lang="zh-TW" altLang="en-US"/>
        </a:p>
      </dgm:t>
    </dgm:pt>
    <dgm:pt modelId="{99288B9E-1C13-4692-9404-893C4C9EFA4B}">
      <dgm:prSet phldrT="[文字]" phldr="1"/>
      <dgm:spPr/>
      <dgm:t>
        <a:bodyPr/>
        <a:lstStyle/>
        <a:p>
          <a:endParaRPr lang="zh-TW" altLang="en-US" dirty="0"/>
        </a:p>
      </dgm:t>
    </dgm:pt>
    <dgm:pt modelId="{16BA867C-8132-4574-8B68-BA0BE09C7CAF}" type="parTrans" cxnId="{5A293FC0-A436-4F57-BCCD-C37275FFF7D9}">
      <dgm:prSet/>
      <dgm:spPr/>
      <dgm:t>
        <a:bodyPr/>
        <a:lstStyle/>
        <a:p>
          <a:endParaRPr lang="zh-TW" altLang="en-US"/>
        </a:p>
      </dgm:t>
    </dgm:pt>
    <dgm:pt modelId="{75ED463B-786D-49FF-8BB4-57A7018FB614}" type="sibTrans" cxnId="{5A293FC0-A436-4F57-BCCD-C37275FFF7D9}">
      <dgm:prSet/>
      <dgm:spPr/>
      <dgm:t>
        <a:bodyPr/>
        <a:lstStyle/>
        <a:p>
          <a:endParaRPr lang="zh-TW" altLang="en-US"/>
        </a:p>
      </dgm:t>
    </dgm:pt>
    <dgm:pt modelId="{937B9B22-547F-42A5-8292-B5B7D1D3D711}">
      <dgm:prSet phldrT="[文字]"/>
      <dgm:spPr/>
      <dgm:t>
        <a:bodyPr/>
        <a:lstStyle/>
        <a:p>
          <a:endParaRPr lang="zh-TW" altLang="en-US" dirty="0"/>
        </a:p>
      </dgm:t>
    </dgm:pt>
    <dgm:pt modelId="{7CD31471-6051-403B-B4D1-A836C9A27623}" type="parTrans" cxnId="{1F1F66EF-F8F8-448B-9C09-5F4E39A1B7AD}">
      <dgm:prSet/>
      <dgm:spPr/>
      <dgm:t>
        <a:bodyPr/>
        <a:lstStyle/>
        <a:p>
          <a:endParaRPr lang="zh-TW" altLang="en-US"/>
        </a:p>
      </dgm:t>
    </dgm:pt>
    <dgm:pt modelId="{A495E27E-C815-4E2B-9E12-3B015E91A99F}" type="sibTrans" cxnId="{1F1F66EF-F8F8-448B-9C09-5F4E39A1B7AD}">
      <dgm:prSet/>
      <dgm:spPr/>
      <dgm:t>
        <a:bodyPr/>
        <a:lstStyle/>
        <a:p>
          <a:endParaRPr lang="zh-TW" altLang="en-US"/>
        </a:p>
      </dgm:t>
    </dgm:pt>
    <dgm:pt modelId="{604A5648-2D12-4BBE-90C1-CADF0319B7E6}">
      <dgm:prSet phldrT="[文字]"/>
      <dgm:spPr/>
      <dgm:t>
        <a:bodyPr/>
        <a:lstStyle/>
        <a:p>
          <a:endParaRPr lang="zh-TW" altLang="en-US" dirty="0"/>
        </a:p>
      </dgm:t>
    </dgm:pt>
    <dgm:pt modelId="{668F7D24-F04E-4438-8F3D-7CA7A1135216}" type="parTrans" cxnId="{F1E87EE0-2548-4B1F-85FB-14B7CD1059B7}">
      <dgm:prSet/>
      <dgm:spPr/>
      <dgm:t>
        <a:bodyPr/>
        <a:lstStyle/>
        <a:p>
          <a:endParaRPr lang="zh-TW" altLang="en-US"/>
        </a:p>
      </dgm:t>
    </dgm:pt>
    <dgm:pt modelId="{8817689E-678B-464E-AED8-6CFB3CAAE773}" type="sibTrans" cxnId="{F1E87EE0-2548-4B1F-85FB-14B7CD1059B7}">
      <dgm:prSet/>
      <dgm:spPr/>
      <dgm:t>
        <a:bodyPr/>
        <a:lstStyle/>
        <a:p>
          <a:endParaRPr lang="zh-TW" altLang="en-US"/>
        </a:p>
      </dgm:t>
    </dgm:pt>
    <dgm:pt modelId="{9477C373-1FA6-4A58-B41E-B25487EEFED1}" type="pres">
      <dgm:prSet presAssocID="{BFB6B768-9288-4931-A13A-C8451494C728}" presName="Name0" presStyleCnt="0">
        <dgm:presLayoutVars>
          <dgm:dir/>
          <dgm:animLvl val="lvl"/>
          <dgm:resizeHandles val="exact"/>
        </dgm:presLayoutVars>
      </dgm:prSet>
      <dgm:spPr/>
    </dgm:pt>
    <dgm:pt modelId="{50BF346D-D571-48A2-8F54-5447C7889098}" type="pres">
      <dgm:prSet presAssocID="{BF1A4EAE-4958-4491-8A76-A4429C983A16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A53EF83-C9EB-41AD-B47B-778C34B7846C}" type="pres">
      <dgm:prSet presAssocID="{5C371391-4981-4500-B178-D3B0A851224A}" presName="parTxOnlySpace" presStyleCnt="0"/>
      <dgm:spPr/>
    </dgm:pt>
    <dgm:pt modelId="{09A600B4-4022-4DDB-995E-EC79353C2EB7}" type="pres">
      <dgm:prSet presAssocID="{E93FD796-8722-4D04-8FF4-319C9859F867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A9B73DB-7AEF-421B-9422-5EA10EA35D5C}" type="pres">
      <dgm:prSet presAssocID="{7C4CAFAB-E99C-45A2-9201-5F36E96C43D1}" presName="parTxOnlySpace" presStyleCnt="0"/>
      <dgm:spPr/>
    </dgm:pt>
    <dgm:pt modelId="{7B2D12CA-B5AA-4244-851F-0465A8C23D5A}" type="pres">
      <dgm:prSet presAssocID="{99288B9E-1C13-4692-9404-893C4C9EFA4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3748F40-208D-49F8-AA1D-8D8D4B78495A}" type="pres">
      <dgm:prSet presAssocID="{75ED463B-786D-49FF-8BB4-57A7018FB614}" presName="parTxOnlySpace" presStyleCnt="0"/>
      <dgm:spPr/>
    </dgm:pt>
    <dgm:pt modelId="{D512B311-C76D-494E-98DE-44D1D4DC0F5A}" type="pres">
      <dgm:prSet presAssocID="{604A5648-2D12-4BBE-90C1-CADF0319B7E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7AB9683-D646-4B84-BED9-BCDF98FB7477}" type="pres">
      <dgm:prSet presAssocID="{8817689E-678B-464E-AED8-6CFB3CAAE773}" presName="parTxOnlySpace" presStyleCnt="0"/>
      <dgm:spPr/>
    </dgm:pt>
    <dgm:pt modelId="{21859402-5C8D-43DF-A958-B7C708E29CE8}" type="pres">
      <dgm:prSet presAssocID="{937B9B22-547F-42A5-8292-B5B7D1D3D711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74DF219-888F-4F5D-9D0C-24396B9E5F93}" type="presOf" srcId="{99288B9E-1C13-4692-9404-893C4C9EFA4B}" destId="{7B2D12CA-B5AA-4244-851F-0465A8C23D5A}" srcOrd="0" destOrd="0" presId="urn:microsoft.com/office/officeart/2005/8/layout/chevron1"/>
    <dgm:cxn modelId="{2D8A5823-8C66-4D24-A231-E1E08EF36864}" type="presOf" srcId="{604A5648-2D12-4BBE-90C1-CADF0319B7E6}" destId="{D512B311-C76D-494E-98DE-44D1D4DC0F5A}" srcOrd="0" destOrd="0" presId="urn:microsoft.com/office/officeart/2005/8/layout/chevron1"/>
    <dgm:cxn modelId="{C477E962-6AFA-4D01-8872-ADD2A33DD82A}" type="presOf" srcId="{937B9B22-547F-42A5-8292-B5B7D1D3D711}" destId="{21859402-5C8D-43DF-A958-B7C708E29CE8}" srcOrd="0" destOrd="0" presId="urn:microsoft.com/office/officeart/2005/8/layout/chevron1"/>
    <dgm:cxn modelId="{1BE2A36B-7B05-4B49-83DC-946A8C8E211A}" type="presOf" srcId="{BFB6B768-9288-4931-A13A-C8451494C728}" destId="{9477C373-1FA6-4A58-B41E-B25487EEFED1}" srcOrd="0" destOrd="0" presId="urn:microsoft.com/office/officeart/2005/8/layout/chevron1"/>
    <dgm:cxn modelId="{041BD34E-7F32-4066-80F2-6014ADFCC416}" srcId="{BFB6B768-9288-4931-A13A-C8451494C728}" destId="{BF1A4EAE-4958-4491-8A76-A4429C983A16}" srcOrd="0" destOrd="0" parTransId="{09669585-6CD2-471E-BAA2-E08B7CF427EF}" sibTransId="{5C371391-4981-4500-B178-D3B0A851224A}"/>
    <dgm:cxn modelId="{C89F937C-11A6-4C8E-956D-2F29966B8DEB}" type="presOf" srcId="{E93FD796-8722-4D04-8FF4-319C9859F867}" destId="{09A600B4-4022-4DDB-995E-EC79353C2EB7}" srcOrd="0" destOrd="0" presId="urn:microsoft.com/office/officeart/2005/8/layout/chevron1"/>
    <dgm:cxn modelId="{40A7C79A-8B66-4DF1-A410-017B8F151F25}" type="presOf" srcId="{BF1A4EAE-4958-4491-8A76-A4429C983A16}" destId="{50BF346D-D571-48A2-8F54-5447C7889098}" srcOrd="0" destOrd="0" presId="urn:microsoft.com/office/officeart/2005/8/layout/chevron1"/>
    <dgm:cxn modelId="{5A293FC0-A436-4F57-BCCD-C37275FFF7D9}" srcId="{BFB6B768-9288-4931-A13A-C8451494C728}" destId="{99288B9E-1C13-4692-9404-893C4C9EFA4B}" srcOrd="2" destOrd="0" parTransId="{16BA867C-8132-4574-8B68-BA0BE09C7CAF}" sibTransId="{75ED463B-786D-49FF-8BB4-57A7018FB614}"/>
    <dgm:cxn modelId="{446E41C9-9332-4D5E-8B6E-FE4E991768B4}" srcId="{BFB6B768-9288-4931-A13A-C8451494C728}" destId="{E93FD796-8722-4D04-8FF4-319C9859F867}" srcOrd="1" destOrd="0" parTransId="{AB5A5B2E-AB03-420A-BBF4-B51918C3FDF1}" sibTransId="{7C4CAFAB-E99C-45A2-9201-5F36E96C43D1}"/>
    <dgm:cxn modelId="{F1E87EE0-2548-4B1F-85FB-14B7CD1059B7}" srcId="{BFB6B768-9288-4931-A13A-C8451494C728}" destId="{604A5648-2D12-4BBE-90C1-CADF0319B7E6}" srcOrd="3" destOrd="0" parTransId="{668F7D24-F04E-4438-8F3D-7CA7A1135216}" sibTransId="{8817689E-678B-464E-AED8-6CFB3CAAE773}"/>
    <dgm:cxn modelId="{1F1F66EF-F8F8-448B-9C09-5F4E39A1B7AD}" srcId="{BFB6B768-9288-4931-A13A-C8451494C728}" destId="{937B9B22-547F-42A5-8292-B5B7D1D3D711}" srcOrd="4" destOrd="0" parTransId="{7CD31471-6051-403B-B4D1-A836C9A27623}" sibTransId="{A495E27E-C815-4E2B-9E12-3B015E91A99F}"/>
    <dgm:cxn modelId="{2010C6FA-8929-4C1A-B157-E5EA2DAB9FDC}" type="presParOf" srcId="{9477C373-1FA6-4A58-B41E-B25487EEFED1}" destId="{50BF346D-D571-48A2-8F54-5447C7889098}" srcOrd="0" destOrd="0" presId="urn:microsoft.com/office/officeart/2005/8/layout/chevron1"/>
    <dgm:cxn modelId="{FD9C71FB-ED02-4604-A454-5CECACCF9021}" type="presParOf" srcId="{9477C373-1FA6-4A58-B41E-B25487EEFED1}" destId="{DA53EF83-C9EB-41AD-B47B-778C34B7846C}" srcOrd="1" destOrd="0" presId="urn:microsoft.com/office/officeart/2005/8/layout/chevron1"/>
    <dgm:cxn modelId="{3783CE1F-6AB5-4B59-8821-CC8C6954453C}" type="presParOf" srcId="{9477C373-1FA6-4A58-B41E-B25487EEFED1}" destId="{09A600B4-4022-4DDB-995E-EC79353C2EB7}" srcOrd="2" destOrd="0" presId="urn:microsoft.com/office/officeart/2005/8/layout/chevron1"/>
    <dgm:cxn modelId="{FD909273-BC73-48F4-932E-6AD629F34F8F}" type="presParOf" srcId="{9477C373-1FA6-4A58-B41E-B25487EEFED1}" destId="{DA9B73DB-7AEF-421B-9422-5EA10EA35D5C}" srcOrd="3" destOrd="0" presId="urn:microsoft.com/office/officeart/2005/8/layout/chevron1"/>
    <dgm:cxn modelId="{52B1E825-9D60-4114-ADED-2D5612F92D7E}" type="presParOf" srcId="{9477C373-1FA6-4A58-B41E-B25487EEFED1}" destId="{7B2D12CA-B5AA-4244-851F-0465A8C23D5A}" srcOrd="4" destOrd="0" presId="urn:microsoft.com/office/officeart/2005/8/layout/chevron1"/>
    <dgm:cxn modelId="{20BE437B-85A4-4D87-A946-77626762346A}" type="presParOf" srcId="{9477C373-1FA6-4A58-B41E-B25487EEFED1}" destId="{13748F40-208D-49F8-AA1D-8D8D4B78495A}" srcOrd="5" destOrd="0" presId="urn:microsoft.com/office/officeart/2005/8/layout/chevron1"/>
    <dgm:cxn modelId="{94118C78-9C39-4B2C-8BA2-63501A2FBB17}" type="presParOf" srcId="{9477C373-1FA6-4A58-B41E-B25487EEFED1}" destId="{D512B311-C76D-494E-98DE-44D1D4DC0F5A}" srcOrd="6" destOrd="0" presId="urn:microsoft.com/office/officeart/2005/8/layout/chevron1"/>
    <dgm:cxn modelId="{CF65492D-9FAA-4471-97D9-DC614F82D76C}" type="presParOf" srcId="{9477C373-1FA6-4A58-B41E-B25487EEFED1}" destId="{47AB9683-D646-4B84-BED9-BCDF98FB7477}" srcOrd="7" destOrd="0" presId="urn:microsoft.com/office/officeart/2005/8/layout/chevron1"/>
    <dgm:cxn modelId="{465620D7-4435-48C2-8C14-794FCD22057B}" type="presParOf" srcId="{9477C373-1FA6-4A58-B41E-B25487EEFED1}" destId="{21859402-5C8D-43DF-A958-B7C708E29CE8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B6B768-9288-4931-A13A-C8451494C728}" type="doc">
      <dgm:prSet loTypeId="urn:microsoft.com/office/officeart/2005/8/layout/process1" loCatId="process" qsTypeId="urn:microsoft.com/office/officeart/2005/8/quickstyle/simple1" qsCatId="simple" csTypeId="urn:microsoft.com/office/officeart/2005/8/colors/accent1_4" csCatId="accent1" phldr="1"/>
      <dgm:spPr/>
    </dgm:pt>
    <dgm:pt modelId="{BF1A4EAE-4958-4491-8A76-A4429C983A16}">
      <dgm:prSet phldrT="[文字]" phldr="1"/>
      <dgm:spPr/>
      <dgm:t>
        <a:bodyPr/>
        <a:lstStyle/>
        <a:p>
          <a:endParaRPr lang="zh-TW" altLang="en-US" dirty="0"/>
        </a:p>
      </dgm:t>
    </dgm:pt>
    <dgm:pt modelId="{09669585-6CD2-471E-BAA2-E08B7CF427EF}" type="parTrans" cxnId="{041BD34E-7F32-4066-80F2-6014ADFCC416}">
      <dgm:prSet/>
      <dgm:spPr/>
      <dgm:t>
        <a:bodyPr/>
        <a:lstStyle/>
        <a:p>
          <a:endParaRPr lang="zh-TW" altLang="en-US"/>
        </a:p>
      </dgm:t>
    </dgm:pt>
    <dgm:pt modelId="{5C371391-4981-4500-B178-D3B0A851224A}" type="sibTrans" cxnId="{041BD34E-7F32-4066-80F2-6014ADFCC416}">
      <dgm:prSet/>
      <dgm:spPr/>
      <dgm:t>
        <a:bodyPr/>
        <a:lstStyle/>
        <a:p>
          <a:endParaRPr lang="zh-TW" altLang="en-US"/>
        </a:p>
      </dgm:t>
    </dgm:pt>
    <dgm:pt modelId="{E93FD796-8722-4D04-8FF4-319C9859F867}">
      <dgm:prSet phldrT="[文字]" phldr="1"/>
      <dgm:spPr/>
      <dgm:t>
        <a:bodyPr/>
        <a:lstStyle/>
        <a:p>
          <a:endParaRPr lang="zh-TW" altLang="en-US" dirty="0"/>
        </a:p>
      </dgm:t>
    </dgm:pt>
    <dgm:pt modelId="{AB5A5B2E-AB03-420A-BBF4-B51918C3FDF1}" type="parTrans" cxnId="{446E41C9-9332-4D5E-8B6E-FE4E991768B4}">
      <dgm:prSet/>
      <dgm:spPr/>
      <dgm:t>
        <a:bodyPr/>
        <a:lstStyle/>
        <a:p>
          <a:endParaRPr lang="zh-TW" altLang="en-US"/>
        </a:p>
      </dgm:t>
    </dgm:pt>
    <dgm:pt modelId="{7C4CAFAB-E99C-45A2-9201-5F36E96C43D1}" type="sibTrans" cxnId="{446E41C9-9332-4D5E-8B6E-FE4E991768B4}">
      <dgm:prSet/>
      <dgm:spPr/>
      <dgm:t>
        <a:bodyPr/>
        <a:lstStyle/>
        <a:p>
          <a:endParaRPr lang="zh-TW" altLang="en-US"/>
        </a:p>
      </dgm:t>
    </dgm:pt>
    <dgm:pt modelId="{99288B9E-1C13-4692-9404-893C4C9EFA4B}">
      <dgm:prSet phldrT="[文字]" phldr="1"/>
      <dgm:spPr/>
      <dgm:t>
        <a:bodyPr/>
        <a:lstStyle/>
        <a:p>
          <a:endParaRPr lang="zh-TW" altLang="en-US" dirty="0"/>
        </a:p>
      </dgm:t>
    </dgm:pt>
    <dgm:pt modelId="{16BA867C-8132-4574-8B68-BA0BE09C7CAF}" type="parTrans" cxnId="{5A293FC0-A436-4F57-BCCD-C37275FFF7D9}">
      <dgm:prSet/>
      <dgm:spPr/>
      <dgm:t>
        <a:bodyPr/>
        <a:lstStyle/>
        <a:p>
          <a:endParaRPr lang="zh-TW" altLang="en-US"/>
        </a:p>
      </dgm:t>
    </dgm:pt>
    <dgm:pt modelId="{75ED463B-786D-49FF-8BB4-57A7018FB614}" type="sibTrans" cxnId="{5A293FC0-A436-4F57-BCCD-C37275FFF7D9}">
      <dgm:prSet/>
      <dgm:spPr/>
      <dgm:t>
        <a:bodyPr/>
        <a:lstStyle/>
        <a:p>
          <a:endParaRPr lang="zh-TW" altLang="en-US"/>
        </a:p>
      </dgm:t>
    </dgm:pt>
    <dgm:pt modelId="{937B9B22-547F-42A5-8292-B5B7D1D3D711}">
      <dgm:prSet phldrT="[文字]"/>
      <dgm:spPr/>
      <dgm:t>
        <a:bodyPr/>
        <a:lstStyle/>
        <a:p>
          <a:endParaRPr lang="zh-TW" altLang="en-US" dirty="0"/>
        </a:p>
      </dgm:t>
    </dgm:pt>
    <dgm:pt modelId="{7CD31471-6051-403B-B4D1-A836C9A27623}" type="parTrans" cxnId="{1F1F66EF-F8F8-448B-9C09-5F4E39A1B7AD}">
      <dgm:prSet/>
      <dgm:spPr/>
      <dgm:t>
        <a:bodyPr/>
        <a:lstStyle/>
        <a:p>
          <a:endParaRPr lang="zh-TW" altLang="en-US"/>
        </a:p>
      </dgm:t>
    </dgm:pt>
    <dgm:pt modelId="{A495E27E-C815-4E2B-9E12-3B015E91A99F}" type="sibTrans" cxnId="{1F1F66EF-F8F8-448B-9C09-5F4E39A1B7AD}">
      <dgm:prSet/>
      <dgm:spPr/>
      <dgm:t>
        <a:bodyPr/>
        <a:lstStyle/>
        <a:p>
          <a:endParaRPr lang="zh-TW" altLang="en-US"/>
        </a:p>
      </dgm:t>
    </dgm:pt>
    <dgm:pt modelId="{604A5648-2D12-4BBE-90C1-CADF0319B7E6}">
      <dgm:prSet phldrT="[文字]"/>
      <dgm:spPr/>
      <dgm:t>
        <a:bodyPr/>
        <a:lstStyle/>
        <a:p>
          <a:endParaRPr lang="zh-TW" altLang="en-US" dirty="0"/>
        </a:p>
      </dgm:t>
    </dgm:pt>
    <dgm:pt modelId="{668F7D24-F04E-4438-8F3D-7CA7A1135216}" type="parTrans" cxnId="{F1E87EE0-2548-4B1F-85FB-14B7CD1059B7}">
      <dgm:prSet/>
      <dgm:spPr/>
      <dgm:t>
        <a:bodyPr/>
        <a:lstStyle/>
        <a:p>
          <a:endParaRPr lang="zh-TW" altLang="en-US"/>
        </a:p>
      </dgm:t>
    </dgm:pt>
    <dgm:pt modelId="{8817689E-678B-464E-AED8-6CFB3CAAE773}" type="sibTrans" cxnId="{F1E87EE0-2548-4B1F-85FB-14B7CD1059B7}">
      <dgm:prSet/>
      <dgm:spPr/>
      <dgm:t>
        <a:bodyPr/>
        <a:lstStyle/>
        <a:p>
          <a:endParaRPr lang="zh-TW" altLang="en-US"/>
        </a:p>
      </dgm:t>
    </dgm:pt>
    <dgm:pt modelId="{6EA80A91-FB32-4EC5-9286-212616522444}" type="pres">
      <dgm:prSet presAssocID="{BFB6B768-9288-4931-A13A-C8451494C728}" presName="Name0" presStyleCnt="0">
        <dgm:presLayoutVars>
          <dgm:dir/>
          <dgm:resizeHandles val="exact"/>
        </dgm:presLayoutVars>
      </dgm:prSet>
      <dgm:spPr/>
    </dgm:pt>
    <dgm:pt modelId="{8758817C-D287-4CE1-92B2-EB3E84964849}" type="pres">
      <dgm:prSet presAssocID="{BF1A4EAE-4958-4491-8A76-A4429C983A16}" presName="node" presStyleLbl="node1" presStyleIdx="0" presStyleCnt="5">
        <dgm:presLayoutVars>
          <dgm:bulletEnabled val="1"/>
        </dgm:presLayoutVars>
      </dgm:prSet>
      <dgm:spPr/>
    </dgm:pt>
    <dgm:pt modelId="{A1DF767E-AECE-4D61-BCFC-A97AA70BC17D}" type="pres">
      <dgm:prSet presAssocID="{5C371391-4981-4500-B178-D3B0A851224A}" presName="sibTrans" presStyleLbl="sibTrans2D1" presStyleIdx="0" presStyleCnt="4"/>
      <dgm:spPr/>
    </dgm:pt>
    <dgm:pt modelId="{F8B36F40-1E37-4884-9C55-3D712E215F9A}" type="pres">
      <dgm:prSet presAssocID="{5C371391-4981-4500-B178-D3B0A851224A}" presName="connectorText" presStyleLbl="sibTrans2D1" presStyleIdx="0" presStyleCnt="4"/>
      <dgm:spPr/>
    </dgm:pt>
    <dgm:pt modelId="{4076D027-D962-4674-B79B-B240DDB9301C}" type="pres">
      <dgm:prSet presAssocID="{E93FD796-8722-4D04-8FF4-319C9859F867}" presName="node" presStyleLbl="node1" presStyleIdx="1" presStyleCnt="5">
        <dgm:presLayoutVars>
          <dgm:bulletEnabled val="1"/>
        </dgm:presLayoutVars>
      </dgm:prSet>
      <dgm:spPr/>
    </dgm:pt>
    <dgm:pt modelId="{D74EB2A7-3860-46E2-B2DC-471F0EE33465}" type="pres">
      <dgm:prSet presAssocID="{7C4CAFAB-E99C-45A2-9201-5F36E96C43D1}" presName="sibTrans" presStyleLbl="sibTrans2D1" presStyleIdx="1" presStyleCnt="4"/>
      <dgm:spPr/>
    </dgm:pt>
    <dgm:pt modelId="{2C8F42A4-F824-4419-A20A-BD1266104F40}" type="pres">
      <dgm:prSet presAssocID="{7C4CAFAB-E99C-45A2-9201-5F36E96C43D1}" presName="connectorText" presStyleLbl="sibTrans2D1" presStyleIdx="1" presStyleCnt="4"/>
      <dgm:spPr/>
    </dgm:pt>
    <dgm:pt modelId="{C714CDBD-90AF-4BDE-905B-EA85F1041A55}" type="pres">
      <dgm:prSet presAssocID="{99288B9E-1C13-4692-9404-893C4C9EFA4B}" presName="node" presStyleLbl="node1" presStyleIdx="2" presStyleCnt="5">
        <dgm:presLayoutVars>
          <dgm:bulletEnabled val="1"/>
        </dgm:presLayoutVars>
      </dgm:prSet>
      <dgm:spPr/>
    </dgm:pt>
    <dgm:pt modelId="{E439F22C-659E-41C6-93D4-E63856DA137B}" type="pres">
      <dgm:prSet presAssocID="{75ED463B-786D-49FF-8BB4-57A7018FB614}" presName="sibTrans" presStyleLbl="sibTrans2D1" presStyleIdx="2" presStyleCnt="4"/>
      <dgm:spPr/>
    </dgm:pt>
    <dgm:pt modelId="{1FFBA846-8572-415F-B6F5-A50D7B7D219C}" type="pres">
      <dgm:prSet presAssocID="{75ED463B-786D-49FF-8BB4-57A7018FB614}" presName="connectorText" presStyleLbl="sibTrans2D1" presStyleIdx="2" presStyleCnt="4"/>
      <dgm:spPr/>
    </dgm:pt>
    <dgm:pt modelId="{3B7DDD89-43FE-4B01-A3E9-B313CCC83DA4}" type="pres">
      <dgm:prSet presAssocID="{604A5648-2D12-4BBE-90C1-CADF0319B7E6}" presName="node" presStyleLbl="node1" presStyleIdx="3" presStyleCnt="5">
        <dgm:presLayoutVars>
          <dgm:bulletEnabled val="1"/>
        </dgm:presLayoutVars>
      </dgm:prSet>
      <dgm:spPr/>
    </dgm:pt>
    <dgm:pt modelId="{5E8300AD-4776-4F7B-8CE9-49DE0B04D713}" type="pres">
      <dgm:prSet presAssocID="{8817689E-678B-464E-AED8-6CFB3CAAE773}" presName="sibTrans" presStyleLbl="sibTrans2D1" presStyleIdx="3" presStyleCnt="4"/>
      <dgm:spPr/>
    </dgm:pt>
    <dgm:pt modelId="{63467DA3-F4B5-4804-8C81-D69E5EC554BB}" type="pres">
      <dgm:prSet presAssocID="{8817689E-678B-464E-AED8-6CFB3CAAE773}" presName="connectorText" presStyleLbl="sibTrans2D1" presStyleIdx="3" presStyleCnt="4"/>
      <dgm:spPr/>
    </dgm:pt>
    <dgm:pt modelId="{AA13AA2B-4AC6-4766-B374-446CA4D42EBF}" type="pres">
      <dgm:prSet presAssocID="{937B9B22-547F-42A5-8292-B5B7D1D3D711}" presName="node" presStyleLbl="node1" presStyleIdx="4" presStyleCnt="5">
        <dgm:presLayoutVars>
          <dgm:bulletEnabled val="1"/>
        </dgm:presLayoutVars>
      </dgm:prSet>
      <dgm:spPr/>
    </dgm:pt>
  </dgm:ptLst>
  <dgm:cxnLst>
    <dgm:cxn modelId="{2956F40C-00AF-40DD-AD97-0F9166C7AE75}" type="presOf" srcId="{75ED463B-786D-49FF-8BB4-57A7018FB614}" destId="{1FFBA846-8572-415F-B6F5-A50D7B7D219C}" srcOrd="1" destOrd="0" presId="urn:microsoft.com/office/officeart/2005/8/layout/process1"/>
    <dgm:cxn modelId="{1C70DA11-4D7B-4DF4-963F-3856D306A002}" type="presOf" srcId="{937B9B22-547F-42A5-8292-B5B7D1D3D711}" destId="{AA13AA2B-4AC6-4766-B374-446CA4D42EBF}" srcOrd="0" destOrd="0" presId="urn:microsoft.com/office/officeart/2005/8/layout/process1"/>
    <dgm:cxn modelId="{5316E12F-D33E-42D1-BA3D-53B6B346E1A8}" type="presOf" srcId="{99288B9E-1C13-4692-9404-893C4C9EFA4B}" destId="{C714CDBD-90AF-4BDE-905B-EA85F1041A55}" srcOrd="0" destOrd="0" presId="urn:microsoft.com/office/officeart/2005/8/layout/process1"/>
    <dgm:cxn modelId="{0CB3EA69-EACE-40C6-B73A-25A9ECD48329}" type="presOf" srcId="{8817689E-678B-464E-AED8-6CFB3CAAE773}" destId="{63467DA3-F4B5-4804-8C81-D69E5EC554BB}" srcOrd="1" destOrd="0" presId="urn:microsoft.com/office/officeart/2005/8/layout/process1"/>
    <dgm:cxn modelId="{041BD34E-7F32-4066-80F2-6014ADFCC416}" srcId="{BFB6B768-9288-4931-A13A-C8451494C728}" destId="{BF1A4EAE-4958-4491-8A76-A4429C983A16}" srcOrd="0" destOrd="0" parTransId="{09669585-6CD2-471E-BAA2-E08B7CF427EF}" sibTransId="{5C371391-4981-4500-B178-D3B0A851224A}"/>
    <dgm:cxn modelId="{FBC70774-3405-4B89-9783-2F1ED996B90A}" type="presOf" srcId="{5C371391-4981-4500-B178-D3B0A851224A}" destId="{A1DF767E-AECE-4D61-BCFC-A97AA70BC17D}" srcOrd="0" destOrd="0" presId="urn:microsoft.com/office/officeart/2005/8/layout/process1"/>
    <dgm:cxn modelId="{AA732477-4951-49CC-9C75-1D5D00DDDF86}" type="presOf" srcId="{75ED463B-786D-49FF-8BB4-57A7018FB614}" destId="{E439F22C-659E-41C6-93D4-E63856DA137B}" srcOrd="0" destOrd="0" presId="urn:microsoft.com/office/officeart/2005/8/layout/process1"/>
    <dgm:cxn modelId="{F94BC27F-1AF5-4548-9BCA-1DB15480AFAF}" type="presOf" srcId="{8817689E-678B-464E-AED8-6CFB3CAAE773}" destId="{5E8300AD-4776-4F7B-8CE9-49DE0B04D713}" srcOrd="0" destOrd="0" presId="urn:microsoft.com/office/officeart/2005/8/layout/process1"/>
    <dgm:cxn modelId="{679F9F83-22F9-4E55-9D81-AEFB4A7873CC}" type="presOf" srcId="{BFB6B768-9288-4931-A13A-C8451494C728}" destId="{6EA80A91-FB32-4EC5-9286-212616522444}" srcOrd="0" destOrd="0" presId="urn:microsoft.com/office/officeart/2005/8/layout/process1"/>
    <dgm:cxn modelId="{5A293FC0-A436-4F57-BCCD-C37275FFF7D9}" srcId="{BFB6B768-9288-4931-A13A-C8451494C728}" destId="{99288B9E-1C13-4692-9404-893C4C9EFA4B}" srcOrd="2" destOrd="0" parTransId="{16BA867C-8132-4574-8B68-BA0BE09C7CAF}" sibTransId="{75ED463B-786D-49FF-8BB4-57A7018FB614}"/>
    <dgm:cxn modelId="{12DA31C3-163B-438A-8B3A-987E1B34AD5C}" type="presOf" srcId="{7C4CAFAB-E99C-45A2-9201-5F36E96C43D1}" destId="{2C8F42A4-F824-4419-A20A-BD1266104F40}" srcOrd="1" destOrd="0" presId="urn:microsoft.com/office/officeart/2005/8/layout/process1"/>
    <dgm:cxn modelId="{446E41C9-9332-4D5E-8B6E-FE4E991768B4}" srcId="{BFB6B768-9288-4931-A13A-C8451494C728}" destId="{E93FD796-8722-4D04-8FF4-319C9859F867}" srcOrd="1" destOrd="0" parTransId="{AB5A5B2E-AB03-420A-BBF4-B51918C3FDF1}" sibTransId="{7C4CAFAB-E99C-45A2-9201-5F36E96C43D1}"/>
    <dgm:cxn modelId="{0687A9CA-3058-4B11-9712-5C8EF8C4998A}" type="presOf" srcId="{5C371391-4981-4500-B178-D3B0A851224A}" destId="{F8B36F40-1E37-4884-9C55-3D712E215F9A}" srcOrd="1" destOrd="0" presId="urn:microsoft.com/office/officeart/2005/8/layout/process1"/>
    <dgm:cxn modelId="{59A761DA-C1C2-4E05-A16E-6D73EDACC8C5}" type="presOf" srcId="{604A5648-2D12-4BBE-90C1-CADF0319B7E6}" destId="{3B7DDD89-43FE-4B01-A3E9-B313CCC83DA4}" srcOrd="0" destOrd="0" presId="urn:microsoft.com/office/officeart/2005/8/layout/process1"/>
    <dgm:cxn modelId="{F1E87EE0-2548-4B1F-85FB-14B7CD1059B7}" srcId="{BFB6B768-9288-4931-A13A-C8451494C728}" destId="{604A5648-2D12-4BBE-90C1-CADF0319B7E6}" srcOrd="3" destOrd="0" parTransId="{668F7D24-F04E-4438-8F3D-7CA7A1135216}" sibTransId="{8817689E-678B-464E-AED8-6CFB3CAAE773}"/>
    <dgm:cxn modelId="{42F888E7-86F1-47B5-851F-19309D234D33}" type="presOf" srcId="{BF1A4EAE-4958-4491-8A76-A4429C983A16}" destId="{8758817C-D287-4CE1-92B2-EB3E84964849}" srcOrd="0" destOrd="0" presId="urn:microsoft.com/office/officeart/2005/8/layout/process1"/>
    <dgm:cxn modelId="{1F1F66EF-F8F8-448B-9C09-5F4E39A1B7AD}" srcId="{BFB6B768-9288-4931-A13A-C8451494C728}" destId="{937B9B22-547F-42A5-8292-B5B7D1D3D711}" srcOrd="4" destOrd="0" parTransId="{7CD31471-6051-403B-B4D1-A836C9A27623}" sibTransId="{A495E27E-C815-4E2B-9E12-3B015E91A99F}"/>
    <dgm:cxn modelId="{46E45DF0-A9D1-4E7A-8F12-8F0D7F2ED8D9}" type="presOf" srcId="{E93FD796-8722-4D04-8FF4-319C9859F867}" destId="{4076D027-D962-4674-B79B-B240DDB9301C}" srcOrd="0" destOrd="0" presId="urn:microsoft.com/office/officeart/2005/8/layout/process1"/>
    <dgm:cxn modelId="{B7E8E6F1-6B08-4568-9DBE-647728C24843}" type="presOf" srcId="{7C4CAFAB-E99C-45A2-9201-5F36E96C43D1}" destId="{D74EB2A7-3860-46E2-B2DC-471F0EE33465}" srcOrd="0" destOrd="0" presId="urn:microsoft.com/office/officeart/2005/8/layout/process1"/>
    <dgm:cxn modelId="{A78B7A34-537C-40A2-A248-79752F2B6672}" type="presParOf" srcId="{6EA80A91-FB32-4EC5-9286-212616522444}" destId="{8758817C-D287-4CE1-92B2-EB3E84964849}" srcOrd="0" destOrd="0" presId="urn:microsoft.com/office/officeart/2005/8/layout/process1"/>
    <dgm:cxn modelId="{839DADCB-21E4-4FBD-AA37-95DB28A9DF55}" type="presParOf" srcId="{6EA80A91-FB32-4EC5-9286-212616522444}" destId="{A1DF767E-AECE-4D61-BCFC-A97AA70BC17D}" srcOrd="1" destOrd="0" presId="urn:microsoft.com/office/officeart/2005/8/layout/process1"/>
    <dgm:cxn modelId="{951C49B6-3FC6-4B8F-93AD-F78FDA217D22}" type="presParOf" srcId="{A1DF767E-AECE-4D61-BCFC-A97AA70BC17D}" destId="{F8B36F40-1E37-4884-9C55-3D712E215F9A}" srcOrd="0" destOrd="0" presId="urn:microsoft.com/office/officeart/2005/8/layout/process1"/>
    <dgm:cxn modelId="{2FA8F6CD-6BBB-4846-B8C7-2898AD257A75}" type="presParOf" srcId="{6EA80A91-FB32-4EC5-9286-212616522444}" destId="{4076D027-D962-4674-B79B-B240DDB9301C}" srcOrd="2" destOrd="0" presId="urn:microsoft.com/office/officeart/2005/8/layout/process1"/>
    <dgm:cxn modelId="{33B2A3CE-08FE-4300-9F64-61BDC01DD48F}" type="presParOf" srcId="{6EA80A91-FB32-4EC5-9286-212616522444}" destId="{D74EB2A7-3860-46E2-B2DC-471F0EE33465}" srcOrd="3" destOrd="0" presId="urn:microsoft.com/office/officeart/2005/8/layout/process1"/>
    <dgm:cxn modelId="{223B51E7-5757-42D0-9418-A484C486CDC5}" type="presParOf" srcId="{D74EB2A7-3860-46E2-B2DC-471F0EE33465}" destId="{2C8F42A4-F824-4419-A20A-BD1266104F40}" srcOrd="0" destOrd="0" presId="urn:microsoft.com/office/officeart/2005/8/layout/process1"/>
    <dgm:cxn modelId="{96329BC2-AC5C-4963-929A-CE2537931364}" type="presParOf" srcId="{6EA80A91-FB32-4EC5-9286-212616522444}" destId="{C714CDBD-90AF-4BDE-905B-EA85F1041A55}" srcOrd="4" destOrd="0" presId="urn:microsoft.com/office/officeart/2005/8/layout/process1"/>
    <dgm:cxn modelId="{EA0DB79B-01B0-43CD-B236-AC510A2923F7}" type="presParOf" srcId="{6EA80A91-FB32-4EC5-9286-212616522444}" destId="{E439F22C-659E-41C6-93D4-E63856DA137B}" srcOrd="5" destOrd="0" presId="urn:microsoft.com/office/officeart/2005/8/layout/process1"/>
    <dgm:cxn modelId="{F588F0A8-85CB-4CBC-BDC1-AC41A20DAF1D}" type="presParOf" srcId="{E439F22C-659E-41C6-93D4-E63856DA137B}" destId="{1FFBA846-8572-415F-B6F5-A50D7B7D219C}" srcOrd="0" destOrd="0" presId="urn:microsoft.com/office/officeart/2005/8/layout/process1"/>
    <dgm:cxn modelId="{4C4E6CED-3E4F-45AD-AE74-5873EE0C2787}" type="presParOf" srcId="{6EA80A91-FB32-4EC5-9286-212616522444}" destId="{3B7DDD89-43FE-4B01-A3E9-B313CCC83DA4}" srcOrd="6" destOrd="0" presId="urn:microsoft.com/office/officeart/2005/8/layout/process1"/>
    <dgm:cxn modelId="{925E91A2-6647-4FF1-BBF7-9DB8AEF2EAF4}" type="presParOf" srcId="{6EA80A91-FB32-4EC5-9286-212616522444}" destId="{5E8300AD-4776-4F7B-8CE9-49DE0B04D713}" srcOrd="7" destOrd="0" presId="urn:microsoft.com/office/officeart/2005/8/layout/process1"/>
    <dgm:cxn modelId="{0E1DC453-9692-4B69-92C7-CC5E75DD161E}" type="presParOf" srcId="{5E8300AD-4776-4F7B-8CE9-49DE0B04D713}" destId="{63467DA3-F4B5-4804-8C81-D69E5EC554BB}" srcOrd="0" destOrd="0" presId="urn:microsoft.com/office/officeart/2005/8/layout/process1"/>
    <dgm:cxn modelId="{6FF65F70-B5B5-48D6-BF6B-7481A5B2E7CC}" type="presParOf" srcId="{6EA80A91-FB32-4EC5-9286-212616522444}" destId="{AA13AA2B-4AC6-4766-B374-446CA4D42EB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B6B768-9288-4931-A13A-C8451494C728}" type="doc">
      <dgm:prSet loTypeId="urn:microsoft.com/office/officeart/2005/8/layout/vProcess5" loCatId="process" qsTypeId="urn:microsoft.com/office/officeart/2005/8/quickstyle/simple1" qsCatId="simple" csTypeId="urn:microsoft.com/office/officeart/2005/8/colors/accent1_4" csCatId="accent1" phldr="1"/>
      <dgm:spPr/>
    </dgm:pt>
    <dgm:pt modelId="{BF1A4EAE-4958-4491-8A76-A4429C983A16}">
      <dgm:prSet phldrT="[文字]" phldr="1"/>
      <dgm:spPr/>
      <dgm:t>
        <a:bodyPr/>
        <a:lstStyle/>
        <a:p>
          <a:endParaRPr lang="zh-TW" altLang="en-US" dirty="0"/>
        </a:p>
      </dgm:t>
    </dgm:pt>
    <dgm:pt modelId="{09669585-6CD2-471E-BAA2-E08B7CF427EF}" type="parTrans" cxnId="{041BD34E-7F32-4066-80F2-6014ADFCC416}">
      <dgm:prSet/>
      <dgm:spPr/>
      <dgm:t>
        <a:bodyPr/>
        <a:lstStyle/>
        <a:p>
          <a:endParaRPr lang="zh-TW" altLang="en-US"/>
        </a:p>
      </dgm:t>
    </dgm:pt>
    <dgm:pt modelId="{5C371391-4981-4500-B178-D3B0A851224A}" type="sibTrans" cxnId="{041BD34E-7F32-4066-80F2-6014ADFCC416}">
      <dgm:prSet/>
      <dgm:spPr/>
      <dgm:t>
        <a:bodyPr/>
        <a:lstStyle/>
        <a:p>
          <a:endParaRPr lang="zh-TW" altLang="en-US"/>
        </a:p>
      </dgm:t>
    </dgm:pt>
    <dgm:pt modelId="{E93FD796-8722-4D04-8FF4-319C9859F867}">
      <dgm:prSet phldrT="[文字]" phldr="1"/>
      <dgm:spPr/>
      <dgm:t>
        <a:bodyPr/>
        <a:lstStyle/>
        <a:p>
          <a:endParaRPr lang="zh-TW" altLang="en-US" dirty="0"/>
        </a:p>
      </dgm:t>
    </dgm:pt>
    <dgm:pt modelId="{AB5A5B2E-AB03-420A-BBF4-B51918C3FDF1}" type="parTrans" cxnId="{446E41C9-9332-4D5E-8B6E-FE4E991768B4}">
      <dgm:prSet/>
      <dgm:spPr/>
      <dgm:t>
        <a:bodyPr/>
        <a:lstStyle/>
        <a:p>
          <a:endParaRPr lang="zh-TW" altLang="en-US"/>
        </a:p>
      </dgm:t>
    </dgm:pt>
    <dgm:pt modelId="{7C4CAFAB-E99C-45A2-9201-5F36E96C43D1}" type="sibTrans" cxnId="{446E41C9-9332-4D5E-8B6E-FE4E991768B4}">
      <dgm:prSet/>
      <dgm:spPr/>
      <dgm:t>
        <a:bodyPr/>
        <a:lstStyle/>
        <a:p>
          <a:endParaRPr lang="zh-TW" altLang="en-US"/>
        </a:p>
      </dgm:t>
    </dgm:pt>
    <dgm:pt modelId="{99288B9E-1C13-4692-9404-893C4C9EFA4B}">
      <dgm:prSet phldrT="[文字]" phldr="1"/>
      <dgm:spPr/>
      <dgm:t>
        <a:bodyPr/>
        <a:lstStyle/>
        <a:p>
          <a:endParaRPr lang="zh-TW" altLang="en-US" dirty="0"/>
        </a:p>
      </dgm:t>
    </dgm:pt>
    <dgm:pt modelId="{16BA867C-8132-4574-8B68-BA0BE09C7CAF}" type="parTrans" cxnId="{5A293FC0-A436-4F57-BCCD-C37275FFF7D9}">
      <dgm:prSet/>
      <dgm:spPr/>
      <dgm:t>
        <a:bodyPr/>
        <a:lstStyle/>
        <a:p>
          <a:endParaRPr lang="zh-TW" altLang="en-US"/>
        </a:p>
      </dgm:t>
    </dgm:pt>
    <dgm:pt modelId="{75ED463B-786D-49FF-8BB4-57A7018FB614}" type="sibTrans" cxnId="{5A293FC0-A436-4F57-BCCD-C37275FFF7D9}">
      <dgm:prSet/>
      <dgm:spPr/>
      <dgm:t>
        <a:bodyPr/>
        <a:lstStyle/>
        <a:p>
          <a:endParaRPr lang="zh-TW" altLang="en-US"/>
        </a:p>
      </dgm:t>
    </dgm:pt>
    <dgm:pt modelId="{937B9B22-547F-42A5-8292-B5B7D1D3D711}">
      <dgm:prSet phldrT="[文字]"/>
      <dgm:spPr/>
      <dgm:t>
        <a:bodyPr/>
        <a:lstStyle/>
        <a:p>
          <a:endParaRPr lang="zh-TW" altLang="en-US" dirty="0"/>
        </a:p>
      </dgm:t>
    </dgm:pt>
    <dgm:pt modelId="{7CD31471-6051-403B-B4D1-A836C9A27623}" type="parTrans" cxnId="{1F1F66EF-F8F8-448B-9C09-5F4E39A1B7AD}">
      <dgm:prSet/>
      <dgm:spPr/>
      <dgm:t>
        <a:bodyPr/>
        <a:lstStyle/>
        <a:p>
          <a:endParaRPr lang="zh-TW" altLang="en-US"/>
        </a:p>
      </dgm:t>
    </dgm:pt>
    <dgm:pt modelId="{A495E27E-C815-4E2B-9E12-3B015E91A99F}" type="sibTrans" cxnId="{1F1F66EF-F8F8-448B-9C09-5F4E39A1B7AD}">
      <dgm:prSet/>
      <dgm:spPr/>
      <dgm:t>
        <a:bodyPr/>
        <a:lstStyle/>
        <a:p>
          <a:endParaRPr lang="zh-TW" altLang="en-US"/>
        </a:p>
      </dgm:t>
    </dgm:pt>
    <dgm:pt modelId="{604A5648-2D12-4BBE-90C1-CADF0319B7E6}">
      <dgm:prSet phldrT="[文字]"/>
      <dgm:spPr/>
      <dgm:t>
        <a:bodyPr/>
        <a:lstStyle/>
        <a:p>
          <a:endParaRPr lang="zh-TW" altLang="en-US" dirty="0"/>
        </a:p>
      </dgm:t>
    </dgm:pt>
    <dgm:pt modelId="{668F7D24-F04E-4438-8F3D-7CA7A1135216}" type="parTrans" cxnId="{F1E87EE0-2548-4B1F-85FB-14B7CD1059B7}">
      <dgm:prSet/>
      <dgm:spPr/>
      <dgm:t>
        <a:bodyPr/>
        <a:lstStyle/>
        <a:p>
          <a:endParaRPr lang="zh-TW" altLang="en-US"/>
        </a:p>
      </dgm:t>
    </dgm:pt>
    <dgm:pt modelId="{8817689E-678B-464E-AED8-6CFB3CAAE773}" type="sibTrans" cxnId="{F1E87EE0-2548-4B1F-85FB-14B7CD1059B7}">
      <dgm:prSet/>
      <dgm:spPr/>
      <dgm:t>
        <a:bodyPr/>
        <a:lstStyle/>
        <a:p>
          <a:endParaRPr lang="zh-TW" altLang="en-US"/>
        </a:p>
      </dgm:t>
    </dgm:pt>
    <dgm:pt modelId="{77C0B57C-823A-4087-B980-A3F3130EE5BE}" type="pres">
      <dgm:prSet presAssocID="{BFB6B768-9288-4931-A13A-C8451494C728}" presName="outerComposite" presStyleCnt="0">
        <dgm:presLayoutVars>
          <dgm:chMax val="5"/>
          <dgm:dir/>
          <dgm:resizeHandles val="exact"/>
        </dgm:presLayoutVars>
      </dgm:prSet>
      <dgm:spPr/>
    </dgm:pt>
    <dgm:pt modelId="{EED37A9B-2CDA-42DC-825C-A43C70CA5637}" type="pres">
      <dgm:prSet presAssocID="{BFB6B768-9288-4931-A13A-C8451494C728}" presName="dummyMaxCanvas" presStyleCnt="0">
        <dgm:presLayoutVars/>
      </dgm:prSet>
      <dgm:spPr/>
    </dgm:pt>
    <dgm:pt modelId="{0E2603B6-8035-4843-A2BF-B962ECB28E23}" type="pres">
      <dgm:prSet presAssocID="{BFB6B768-9288-4931-A13A-C8451494C728}" presName="FiveNodes_1" presStyleLbl="node1" presStyleIdx="0" presStyleCnt="5">
        <dgm:presLayoutVars>
          <dgm:bulletEnabled val="1"/>
        </dgm:presLayoutVars>
      </dgm:prSet>
      <dgm:spPr/>
    </dgm:pt>
    <dgm:pt modelId="{83C97043-6098-48E8-8E6F-56F76A78BE3F}" type="pres">
      <dgm:prSet presAssocID="{BFB6B768-9288-4931-A13A-C8451494C728}" presName="FiveNodes_2" presStyleLbl="node1" presStyleIdx="1" presStyleCnt="5">
        <dgm:presLayoutVars>
          <dgm:bulletEnabled val="1"/>
        </dgm:presLayoutVars>
      </dgm:prSet>
      <dgm:spPr/>
    </dgm:pt>
    <dgm:pt modelId="{5F30B50C-A660-4EA3-ABBE-C7D6FD514E14}" type="pres">
      <dgm:prSet presAssocID="{BFB6B768-9288-4931-A13A-C8451494C728}" presName="FiveNodes_3" presStyleLbl="node1" presStyleIdx="2" presStyleCnt="5">
        <dgm:presLayoutVars>
          <dgm:bulletEnabled val="1"/>
        </dgm:presLayoutVars>
      </dgm:prSet>
      <dgm:spPr/>
    </dgm:pt>
    <dgm:pt modelId="{F8C82C79-29AA-4B27-BB64-BF6DA2B31CAD}" type="pres">
      <dgm:prSet presAssocID="{BFB6B768-9288-4931-A13A-C8451494C728}" presName="FiveNodes_4" presStyleLbl="node1" presStyleIdx="3" presStyleCnt="5">
        <dgm:presLayoutVars>
          <dgm:bulletEnabled val="1"/>
        </dgm:presLayoutVars>
      </dgm:prSet>
      <dgm:spPr/>
    </dgm:pt>
    <dgm:pt modelId="{DE386499-10C3-45F8-9C63-ACDC9AB2D8EF}" type="pres">
      <dgm:prSet presAssocID="{BFB6B768-9288-4931-A13A-C8451494C728}" presName="FiveNodes_5" presStyleLbl="node1" presStyleIdx="4" presStyleCnt="5">
        <dgm:presLayoutVars>
          <dgm:bulletEnabled val="1"/>
        </dgm:presLayoutVars>
      </dgm:prSet>
      <dgm:spPr/>
    </dgm:pt>
    <dgm:pt modelId="{725E89E2-1905-4604-99C8-DE62F10D8BF6}" type="pres">
      <dgm:prSet presAssocID="{BFB6B768-9288-4931-A13A-C8451494C728}" presName="FiveConn_1-2" presStyleLbl="fgAccFollowNode1" presStyleIdx="0" presStyleCnt="4">
        <dgm:presLayoutVars>
          <dgm:bulletEnabled val="1"/>
        </dgm:presLayoutVars>
      </dgm:prSet>
      <dgm:spPr/>
    </dgm:pt>
    <dgm:pt modelId="{F6402685-94C2-4D9F-9B6F-C6B55CCF62DC}" type="pres">
      <dgm:prSet presAssocID="{BFB6B768-9288-4931-A13A-C8451494C728}" presName="FiveConn_2-3" presStyleLbl="fgAccFollowNode1" presStyleIdx="1" presStyleCnt="4">
        <dgm:presLayoutVars>
          <dgm:bulletEnabled val="1"/>
        </dgm:presLayoutVars>
      </dgm:prSet>
      <dgm:spPr/>
    </dgm:pt>
    <dgm:pt modelId="{43A7CC9C-9AAC-4E89-A6BC-E9AB52226D73}" type="pres">
      <dgm:prSet presAssocID="{BFB6B768-9288-4931-A13A-C8451494C728}" presName="FiveConn_3-4" presStyleLbl="fgAccFollowNode1" presStyleIdx="2" presStyleCnt="4">
        <dgm:presLayoutVars>
          <dgm:bulletEnabled val="1"/>
        </dgm:presLayoutVars>
      </dgm:prSet>
      <dgm:spPr/>
    </dgm:pt>
    <dgm:pt modelId="{0497A49F-9321-4E24-BB7F-341367D89E27}" type="pres">
      <dgm:prSet presAssocID="{BFB6B768-9288-4931-A13A-C8451494C728}" presName="FiveConn_4-5" presStyleLbl="fgAccFollowNode1" presStyleIdx="3" presStyleCnt="4">
        <dgm:presLayoutVars>
          <dgm:bulletEnabled val="1"/>
        </dgm:presLayoutVars>
      </dgm:prSet>
      <dgm:spPr/>
    </dgm:pt>
    <dgm:pt modelId="{92F4E647-0B44-4345-9FCE-49EEC7DA2CAF}" type="pres">
      <dgm:prSet presAssocID="{BFB6B768-9288-4931-A13A-C8451494C728}" presName="FiveNodes_1_text" presStyleLbl="node1" presStyleIdx="4" presStyleCnt="5">
        <dgm:presLayoutVars>
          <dgm:bulletEnabled val="1"/>
        </dgm:presLayoutVars>
      </dgm:prSet>
      <dgm:spPr/>
    </dgm:pt>
    <dgm:pt modelId="{3BDA4202-01C2-4A31-AF70-E1DB90985B2F}" type="pres">
      <dgm:prSet presAssocID="{BFB6B768-9288-4931-A13A-C8451494C728}" presName="FiveNodes_2_text" presStyleLbl="node1" presStyleIdx="4" presStyleCnt="5">
        <dgm:presLayoutVars>
          <dgm:bulletEnabled val="1"/>
        </dgm:presLayoutVars>
      </dgm:prSet>
      <dgm:spPr/>
    </dgm:pt>
    <dgm:pt modelId="{C6F91A62-9EDD-402A-A04E-C54E52AC62D0}" type="pres">
      <dgm:prSet presAssocID="{BFB6B768-9288-4931-A13A-C8451494C728}" presName="FiveNodes_3_text" presStyleLbl="node1" presStyleIdx="4" presStyleCnt="5">
        <dgm:presLayoutVars>
          <dgm:bulletEnabled val="1"/>
        </dgm:presLayoutVars>
      </dgm:prSet>
      <dgm:spPr/>
    </dgm:pt>
    <dgm:pt modelId="{08CF314C-2B27-4083-9A07-0F20BF44C814}" type="pres">
      <dgm:prSet presAssocID="{BFB6B768-9288-4931-A13A-C8451494C728}" presName="FiveNodes_4_text" presStyleLbl="node1" presStyleIdx="4" presStyleCnt="5">
        <dgm:presLayoutVars>
          <dgm:bulletEnabled val="1"/>
        </dgm:presLayoutVars>
      </dgm:prSet>
      <dgm:spPr/>
    </dgm:pt>
    <dgm:pt modelId="{1F229CB5-CB3A-4C49-ABAB-9C1286C9B2EF}" type="pres">
      <dgm:prSet presAssocID="{BFB6B768-9288-4931-A13A-C8451494C72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9D99C0E-8AD6-44B6-A885-E867BE0701B8}" type="presOf" srcId="{E93FD796-8722-4D04-8FF4-319C9859F867}" destId="{83C97043-6098-48E8-8E6F-56F76A78BE3F}" srcOrd="0" destOrd="0" presId="urn:microsoft.com/office/officeart/2005/8/layout/vProcess5"/>
    <dgm:cxn modelId="{E46F751D-D50D-4FDF-B598-463E60EC6D71}" type="presOf" srcId="{99288B9E-1C13-4692-9404-893C4C9EFA4B}" destId="{5F30B50C-A660-4EA3-ABBE-C7D6FD514E14}" srcOrd="0" destOrd="0" presId="urn:microsoft.com/office/officeart/2005/8/layout/vProcess5"/>
    <dgm:cxn modelId="{42896F2D-E30C-4712-8E54-EB108806D10C}" type="presOf" srcId="{BFB6B768-9288-4931-A13A-C8451494C728}" destId="{77C0B57C-823A-4087-B980-A3F3130EE5BE}" srcOrd="0" destOrd="0" presId="urn:microsoft.com/office/officeart/2005/8/layout/vProcess5"/>
    <dgm:cxn modelId="{37A4783D-4458-42CB-BDD2-4413D4E53F25}" type="presOf" srcId="{937B9B22-547F-42A5-8292-B5B7D1D3D711}" destId="{1F229CB5-CB3A-4C49-ABAB-9C1286C9B2EF}" srcOrd="1" destOrd="0" presId="urn:microsoft.com/office/officeart/2005/8/layout/vProcess5"/>
    <dgm:cxn modelId="{C2873B6B-2A3E-475E-89E0-96E2187317EB}" type="presOf" srcId="{99288B9E-1C13-4692-9404-893C4C9EFA4B}" destId="{C6F91A62-9EDD-402A-A04E-C54E52AC62D0}" srcOrd="1" destOrd="0" presId="urn:microsoft.com/office/officeart/2005/8/layout/vProcess5"/>
    <dgm:cxn modelId="{041BD34E-7F32-4066-80F2-6014ADFCC416}" srcId="{BFB6B768-9288-4931-A13A-C8451494C728}" destId="{BF1A4EAE-4958-4491-8A76-A4429C983A16}" srcOrd="0" destOrd="0" parTransId="{09669585-6CD2-471E-BAA2-E08B7CF427EF}" sibTransId="{5C371391-4981-4500-B178-D3B0A851224A}"/>
    <dgm:cxn modelId="{177C0989-4F1D-4894-A5A8-F49D26EC40B0}" type="presOf" srcId="{BF1A4EAE-4958-4491-8A76-A4429C983A16}" destId="{92F4E647-0B44-4345-9FCE-49EEC7DA2CAF}" srcOrd="1" destOrd="0" presId="urn:microsoft.com/office/officeart/2005/8/layout/vProcess5"/>
    <dgm:cxn modelId="{D3C1A3AD-445B-48E4-868A-1A4CAD8766E9}" type="presOf" srcId="{7C4CAFAB-E99C-45A2-9201-5F36E96C43D1}" destId="{F6402685-94C2-4D9F-9B6F-C6B55CCF62DC}" srcOrd="0" destOrd="0" presId="urn:microsoft.com/office/officeart/2005/8/layout/vProcess5"/>
    <dgm:cxn modelId="{5A293FC0-A436-4F57-BCCD-C37275FFF7D9}" srcId="{BFB6B768-9288-4931-A13A-C8451494C728}" destId="{99288B9E-1C13-4692-9404-893C4C9EFA4B}" srcOrd="2" destOrd="0" parTransId="{16BA867C-8132-4574-8B68-BA0BE09C7CAF}" sibTransId="{75ED463B-786D-49FF-8BB4-57A7018FB614}"/>
    <dgm:cxn modelId="{956610C5-733F-4684-989E-DF725D43722F}" type="presOf" srcId="{BF1A4EAE-4958-4491-8A76-A4429C983A16}" destId="{0E2603B6-8035-4843-A2BF-B962ECB28E23}" srcOrd="0" destOrd="0" presId="urn:microsoft.com/office/officeart/2005/8/layout/vProcess5"/>
    <dgm:cxn modelId="{DCE04AC5-F2C7-4D70-85C5-896941AB2B20}" type="presOf" srcId="{604A5648-2D12-4BBE-90C1-CADF0319B7E6}" destId="{08CF314C-2B27-4083-9A07-0F20BF44C814}" srcOrd="1" destOrd="0" presId="urn:microsoft.com/office/officeart/2005/8/layout/vProcess5"/>
    <dgm:cxn modelId="{446E41C9-9332-4D5E-8B6E-FE4E991768B4}" srcId="{BFB6B768-9288-4931-A13A-C8451494C728}" destId="{E93FD796-8722-4D04-8FF4-319C9859F867}" srcOrd="1" destOrd="0" parTransId="{AB5A5B2E-AB03-420A-BBF4-B51918C3FDF1}" sibTransId="{7C4CAFAB-E99C-45A2-9201-5F36E96C43D1}"/>
    <dgm:cxn modelId="{F1E87EE0-2548-4B1F-85FB-14B7CD1059B7}" srcId="{BFB6B768-9288-4931-A13A-C8451494C728}" destId="{604A5648-2D12-4BBE-90C1-CADF0319B7E6}" srcOrd="3" destOrd="0" parTransId="{668F7D24-F04E-4438-8F3D-7CA7A1135216}" sibTransId="{8817689E-678B-464E-AED8-6CFB3CAAE773}"/>
    <dgm:cxn modelId="{1F1F66EF-F8F8-448B-9C09-5F4E39A1B7AD}" srcId="{BFB6B768-9288-4931-A13A-C8451494C728}" destId="{937B9B22-547F-42A5-8292-B5B7D1D3D711}" srcOrd="4" destOrd="0" parTransId="{7CD31471-6051-403B-B4D1-A836C9A27623}" sibTransId="{A495E27E-C815-4E2B-9E12-3B015E91A99F}"/>
    <dgm:cxn modelId="{88312FF0-C43F-4E4D-B5DD-B4EDFD2290FD}" type="presOf" srcId="{937B9B22-547F-42A5-8292-B5B7D1D3D711}" destId="{DE386499-10C3-45F8-9C63-ACDC9AB2D8EF}" srcOrd="0" destOrd="0" presId="urn:microsoft.com/office/officeart/2005/8/layout/vProcess5"/>
    <dgm:cxn modelId="{7B7ABCF1-EB71-484D-8D8E-54EC13F90D00}" type="presOf" srcId="{604A5648-2D12-4BBE-90C1-CADF0319B7E6}" destId="{F8C82C79-29AA-4B27-BB64-BF6DA2B31CAD}" srcOrd="0" destOrd="0" presId="urn:microsoft.com/office/officeart/2005/8/layout/vProcess5"/>
    <dgm:cxn modelId="{D98AD9F7-6EFB-4D40-8114-C99BFB3BDB4A}" type="presOf" srcId="{5C371391-4981-4500-B178-D3B0A851224A}" destId="{725E89E2-1905-4604-99C8-DE62F10D8BF6}" srcOrd="0" destOrd="0" presId="urn:microsoft.com/office/officeart/2005/8/layout/vProcess5"/>
    <dgm:cxn modelId="{B94840F9-51A5-49FE-A0C0-915B7036F7FD}" type="presOf" srcId="{8817689E-678B-464E-AED8-6CFB3CAAE773}" destId="{0497A49F-9321-4E24-BB7F-341367D89E27}" srcOrd="0" destOrd="0" presId="urn:microsoft.com/office/officeart/2005/8/layout/vProcess5"/>
    <dgm:cxn modelId="{146477FB-912C-48BF-911D-DB2C57DF167A}" type="presOf" srcId="{75ED463B-786D-49FF-8BB4-57A7018FB614}" destId="{43A7CC9C-9AAC-4E89-A6BC-E9AB52226D73}" srcOrd="0" destOrd="0" presId="urn:microsoft.com/office/officeart/2005/8/layout/vProcess5"/>
    <dgm:cxn modelId="{E29AA6FC-DE69-45D5-9BDC-9DA32634C072}" type="presOf" srcId="{E93FD796-8722-4D04-8FF4-319C9859F867}" destId="{3BDA4202-01C2-4A31-AF70-E1DB90985B2F}" srcOrd="1" destOrd="0" presId="urn:microsoft.com/office/officeart/2005/8/layout/vProcess5"/>
    <dgm:cxn modelId="{FF7550B0-5B4D-466E-B08E-B38F78CB9AB9}" type="presParOf" srcId="{77C0B57C-823A-4087-B980-A3F3130EE5BE}" destId="{EED37A9B-2CDA-42DC-825C-A43C70CA5637}" srcOrd="0" destOrd="0" presId="urn:microsoft.com/office/officeart/2005/8/layout/vProcess5"/>
    <dgm:cxn modelId="{91D2EB8C-4580-496A-8650-A2F3E04BD342}" type="presParOf" srcId="{77C0B57C-823A-4087-B980-A3F3130EE5BE}" destId="{0E2603B6-8035-4843-A2BF-B962ECB28E23}" srcOrd="1" destOrd="0" presId="urn:microsoft.com/office/officeart/2005/8/layout/vProcess5"/>
    <dgm:cxn modelId="{2B27EE73-A30C-4F0B-8FF8-40F81097D489}" type="presParOf" srcId="{77C0B57C-823A-4087-B980-A3F3130EE5BE}" destId="{83C97043-6098-48E8-8E6F-56F76A78BE3F}" srcOrd="2" destOrd="0" presId="urn:microsoft.com/office/officeart/2005/8/layout/vProcess5"/>
    <dgm:cxn modelId="{5B61A299-F1A6-4A76-8E32-42DBD51383B9}" type="presParOf" srcId="{77C0B57C-823A-4087-B980-A3F3130EE5BE}" destId="{5F30B50C-A660-4EA3-ABBE-C7D6FD514E14}" srcOrd="3" destOrd="0" presId="urn:microsoft.com/office/officeart/2005/8/layout/vProcess5"/>
    <dgm:cxn modelId="{FD284294-E951-4F87-A294-AEA312FACF5F}" type="presParOf" srcId="{77C0B57C-823A-4087-B980-A3F3130EE5BE}" destId="{F8C82C79-29AA-4B27-BB64-BF6DA2B31CAD}" srcOrd="4" destOrd="0" presId="urn:microsoft.com/office/officeart/2005/8/layout/vProcess5"/>
    <dgm:cxn modelId="{56B2B87F-2731-4D20-80EE-D9A297DB9530}" type="presParOf" srcId="{77C0B57C-823A-4087-B980-A3F3130EE5BE}" destId="{DE386499-10C3-45F8-9C63-ACDC9AB2D8EF}" srcOrd="5" destOrd="0" presId="urn:microsoft.com/office/officeart/2005/8/layout/vProcess5"/>
    <dgm:cxn modelId="{7C75D90D-CF35-4F50-9F5C-EED7D2B705A2}" type="presParOf" srcId="{77C0B57C-823A-4087-B980-A3F3130EE5BE}" destId="{725E89E2-1905-4604-99C8-DE62F10D8BF6}" srcOrd="6" destOrd="0" presId="urn:microsoft.com/office/officeart/2005/8/layout/vProcess5"/>
    <dgm:cxn modelId="{DBA7FDCB-68C0-48B2-9082-95D10F68CEE8}" type="presParOf" srcId="{77C0B57C-823A-4087-B980-A3F3130EE5BE}" destId="{F6402685-94C2-4D9F-9B6F-C6B55CCF62DC}" srcOrd="7" destOrd="0" presId="urn:microsoft.com/office/officeart/2005/8/layout/vProcess5"/>
    <dgm:cxn modelId="{6AEDC403-DB15-44B9-B1F7-29254B51BEBE}" type="presParOf" srcId="{77C0B57C-823A-4087-B980-A3F3130EE5BE}" destId="{43A7CC9C-9AAC-4E89-A6BC-E9AB52226D73}" srcOrd="8" destOrd="0" presId="urn:microsoft.com/office/officeart/2005/8/layout/vProcess5"/>
    <dgm:cxn modelId="{38A0ED5D-C50B-47F8-815A-1C117E0CA61A}" type="presParOf" srcId="{77C0B57C-823A-4087-B980-A3F3130EE5BE}" destId="{0497A49F-9321-4E24-BB7F-341367D89E27}" srcOrd="9" destOrd="0" presId="urn:microsoft.com/office/officeart/2005/8/layout/vProcess5"/>
    <dgm:cxn modelId="{86077E22-EEEF-4567-8E61-1E770D80A548}" type="presParOf" srcId="{77C0B57C-823A-4087-B980-A3F3130EE5BE}" destId="{92F4E647-0B44-4345-9FCE-49EEC7DA2CAF}" srcOrd="10" destOrd="0" presId="urn:microsoft.com/office/officeart/2005/8/layout/vProcess5"/>
    <dgm:cxn modelId="{A593584D-479B-4084-8961-5CA5E65A8C78}" type="presParOf" srcId="{77C0B57C-823A-4087-B980-A3F3130EE5BE}" destId="{3BDA4202-01C2-4A31-AF70-E1DB90985B2F}" srcOrd="11" destOrd="0" presId="urn:microsoft.com/office/officeart/2005/8/layout/vProcess5"/>
    <dgm:cxn modelId="{3BE1AFAA-6078-4265-BCF0-6B0D7B251B8E}" type="presParOf" srcId="{77C0B57C-823A-4087-B980-A3F3130EE5BE}" destId="{C6F91A62-9EDD-402A-A04E-C54E52AC62D0}" srcOrd="12" destOrd="0" presId="urn:microsoft.com/office/officeart/2005/8/layout/vProcess5"/>
    <dgm:cxn modelId="{E591791E-41D7-4EB5-9081-8B1FD226F9AF}" type="presParOf" srcId="{77C0B57C-823A-4087-B980-A3F3130EE5BE}" destId="{08CF314C-2B27-4083-9A07-0F20BF44C814}" srcOrd="13" destOrd="0" presId="urn:microsoft.com/office/officeart/2005/8/layout/vProcess5"/>
    <dgm:cxn modelId="{C70E4061-36C1-464C-8426-C843191826F0}" type="presParOf" srcId="{77C0B57C-823A-4087-B980-A3F3130EE5BE}" destId="{1F229CB5-CB3A-4C49-ABAB-9C1286C9B2E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F346D-D571-48A2-8F54-5447C7889098}">
      <dsp:nvSpPr>
        <dsp:cNvPr id="0" name=""/>
        <dsp:cNvSpPr/>
      </dsp:nvSpPr>
      <dsp:spPr>
        <a:xfrm>
          <a:off x="1984" y="2356114"/>
          <a:ext cx="1766093" cy="706437"/>
        </a:xfrm>
        <a:prstGeom prst="chevron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000" kern="1200" dirty="0"/>
        </a:p>
      </dsp:txBody>
      <dsp:txXfrm>
        <a:off x="355203" y="2356114"/>
        <a:ext cx="1059656" cy="706437"/>
      </dsp:txXfrm>
    </dsp:sp>
    <dsp:sp modelId="{09A600B4-4022-4DDB-995E-EC79353C2EB7}">
      <dsp:nvSpPr>
        <dsp:cNvPr id="0" name=""/>
        <dsp:cNvSpPr/>
      </dsp:nvSpPr>
      <dsp:spPr>
        <a:xfrm>
          <a:off x="1591468" y="2356114"/>
          <a:ext cx="1766093" cy="706437"/>
        </a:xfrm>
        <a:prstGeom prst="chevron">
          <a:avLst/>
        </a:prstGeom>
        <a:solidFill>
          <a:schemeClr val="accent1">
            <a:shade val="50000"/>
            <a:hueOff val="333479"/>
            <a:satOff val="-20472"/>
            <a:lumOff val="20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000" kern="1200" dirty="0"/>
        </a:p>
      </dsp:txBody>
      <dsp:txXfrm>
        <a:off x="1944687" y="2356114"/>
        <a:ext cx="1059656" cy="706437"/>
      </dsp:txXfrm>
    </dsp:sp>
    <dsp:sp modelId="{7B2D12CA-B5AA-4244-851F-0465A8C23D5A}">
      <dsp:nvSpPr>
        <dsp:cNvPr id="0" name=""/>
        <dsp:cNvSpPr/>
      </dsp:nvSpPr>
      <dsp:spPr>
        <a:xfrm>
          <a:off x="3180953" y="2356114"/>
          <a:ext cx="1766093" cy="706437"/>
        </a:xfrm>
        <a:prstGeom prst="chevron">
          <a:avLst/>
        </a:prstGeom>
        <a:solidFill>
          <a:schemeClr val="accent1">
            <a:shade val="50000"/>
            <a:hueOff val="666958"/>
            <a:satOff val="-40943"/>
            <a:lumOff val="405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15" tIns="40005" rIns="40005" bIns="40005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000" kern="1200" dirty="0"/>
        </a:p>
      </dsp:txBody>
      <dsp:txXfrm>
        <a:off x="3534172" y="2356114"/>
        <a:ext cx="1059656" cy="706437"/>
      </dsp:txXfrm>
    </dsp:sp>
    <dsp:sp modelId="{D512B311-C76D-494E-98DE-44D1D4DC0F5A}">
      <dsp:nvSpPr>
        <dsp:cNvPr id="0" name=""/>
        <dsp:cNvSpPr/>
      </dsp:nvSpPr>
      <dsp:spPr>
        <a:xfrm>
          <a:off x="4770437" y="2356114"/>
          <a:ext cx="1766093" cy="706437"/>
        </a:xfrm>
        <a:prstGeom prst="chevron">
          <a:avLst/>
        </a:prstGeom>
        <a:solidFill>
          <a:schemeClr val="accent1">
            <a:shade val="50000"/>
            <a:hueOff val="666958"/>
            <a:satOff val="-40943"/>
            <a:lumOff val="405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21" tIns="56007" rIns="56007" bIns="56007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200" kern="1200" dirty="0"/>
        </a:p>
      </dsp:txBody>
      <dsp:txXfrm>
        <a:off x="5123656" y="2356114"/>
        <a:ext cx="1059656" cy="706437"/>
      </dsp:txXfrm>
    </dsp:sp>
    <dsp:sp modelId="{21859402-5C8D-43DF-A958-B7C708E29CE8}">
      <dsp:nvSpPr>
        <dsp:cNvPr id="0" name=""/>
        <dsp:cNvSpPr/>
      </dsp:nvSpPr>
      <dsp:spPr>
        <a:xfrm>
          <a:off x="6359921" y="2356114"/>
          <a:ext cx="1766093" cy="706437"/>
        </a:xfrm>
        <a:prstGeom prst="chevron">
          <a:avLst/>
        </a:prstGeom>
        <a:solidFill>
          <a:schemeClr val="accent1">
            <a:shade val="50000"/>
            <a:hueOff val="333479"/>
            <a:satOff val="-20472"/>
            <a:lumOff val="20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21" tIns="56007" rIns="56007" bIns="56007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200" kern="1200" dirty="0"/>
        </a:p>
      </dsp:txBody>
      <dsp:txXfrm>
        <a:off x="6713140" y="2356114"/>
        <a:ext cx="1059656" cy="7064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8817C-D287-4CE1-92B2-EB3E84964849}">
      <dsp:nvSpPr>
        <dsp:cNvPr id="0" name=""/>
        <dsp:cNvSpPr/>
      </dsp:nvSpPr>
      <dsp:spPr>
        <a:xfrm>
          <a:off x="3968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400" kern="1200" dirty="0"/>
        </a:p>
      </dsp:txBody>
      <dsp:txXfrm>
        <a:off x="25589" y="2361860"/>
        <a:ext cx="1187070" cy="694945"/>
      </dsp:txXfrm>
    </dsp:sp>
    <dsp:sp modelId="{A1DF767E-AECE-4D61-BCFC-A97AA70BC17D}">
      <dsp:nvSpPr>
        <dsp:cNvPr id="0" name=""/>
        <dsp:cNvSpPr/>
      </dsp:nvSpPr>
      <dsp:spPr>
        <a:xfrm>
          <a:off x="1357312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1357312" y="2617797"/>
        <a:ext cx="182578" cy="183071"/>
      </dsp:txXfrm>
    </dsp:sp>
    <dsp:sp modelId="{4076D027-D962-4674-B79B-B240DDB9301C}">
      <dsp:nvSpPr>
        <dsp:cNvPr id="0" name=""/>
        <dsp:cNvSpPr/>
      </dsp:nvSpPr>
      <dsp:spPr>
        <a:xfrm>
          <a:off x="1726406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33479"/>
            <a:satOff val="-20472"/>
            <a:lumOff val="20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400" kern="1200" dirty="0"/>
        </a:p>
      </dsp:txBody>
      <dsp:txXfrm>
        <a:off x="1748027" y="2361860"/>
        <a:ext cx="1187070" cy="694945"/>
      </dsp:txXfrm>
    </dsp:sp>
    <dsp:sp modelId="{D74EB2A7-3860-46E2-B2DC-471F0EE33465}">
      <dsp:nvSpPr>
        <dsp:cNvPr id="0" name=""/>
        <dsp:cNvSpPr/>
      </dsp:nvSpPr>
      <dsp:spPr>
        <a:xfrm>
          <a:off x="3079750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44596"/>
            <a:satOff val="-25944"/>
            <a:lumOff val="219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3079750" y="2617797"/>
        <a:ext cx="182578" cy="183071"/>
      </dsp:txXfrm>
    </dsp:sp>
    <dsp:sp modelId="{C714CDBD-90AF-4BDE-905B-EA85F1041A55}">
      <dsp:nvSpPr>
        <dsp:cNvPr id="0" name=""/>
        <dsp:cNvSpPr/>
      </dsp:nvSpPr>
      <dsp:spPr>
        <a:xfrm>
          <a:off x="3448843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666958"/>
            <a:satOff val="-40943"/>
            <a:lumOff val="405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400" kern="1200" dirty="0"/>
        </a:p>
      </dsp:txBody>
      <dsp:txXfrm>
        <a:off x="3470464" y="2361860"/>
        <a:ext cx="1187070" cy="694945"/>
      </dsp:txXfrm>
    </dsp:sp>
    <dsp:sp modelId="{E439F22C-659E-41C6-93D4-E63856DA137B}">
      <dsp:nvSpPr>
        <dsp:cNvPr id="0" name=""/>
        <dsp:cNvSpPr/>
      </dsp:nvSpPr>
      <dsp:spPr>
        <a:xfrm>
          <a:off x="4802187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889191"/>
            <a:satOff val="-51888"/>
            <a:lumOff val="439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4802187" y="2617797"/>
        <a:ext cx="182578" cy="183071"/>
      </dsp:txXfrm>
    </dsp:sp>
    <dsp:sp modelId="{3B7DDD89-43FE-4B01-A3E9-B313CCC83DA4}">
      <dsp:nvSpPr>
        <dsp:cNvPr id="0" name=""/>
        <dsp:cNvSpPr/>
      </dsp:nvSpPr>
      <dsp:spPr>
        <a:xfrm>
          <a:off x="5171281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666958"/>
            <a:satOff val="-40943"/>
            <a:lumOff val="405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/>
        </a:p>
      </dsp:txBody>
      <dsp:txXfrm>
        <a:off x="5192902" y="2361860"/>
        <a:ext cx="1187070" cy="694945"/>
      </dsp:txXfrm>
    </dsp:sp>
    <dsp:sp modelId="{5E8300AD-4776-4F7B-8CE9-49DE0B04D713}">
      <dsp:nvSpPr>
        <dsp:cNvPr id="0" name=""/>
        <dsp:cNvSpPr/>
      </dsp:nvSpPr>
      <dsp:spPr>
        <a:xfrm>
          <a:off x="6524624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444596"/>
            <a:satOff val="-25944"/>
            <a:lumOff val="219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6524624" y="2617797"/>
        <a:ext cx="182578" cy="183071"/>
      </dsp:txXfrm>
    </dsp:sp>
    <dsp:sp modelId="{AA13AA2B-4AC6-4766-B374-446CA4D42EBF}">
      <dsp:nvSpPr>
        <dsp:cNvPr id="0" name=""/>
        <dsp:cNvSpPr/>
      </dsp:nvSpPr>
      <dsp:spPr>
        <a:xfrm>
          <a:off x="6893718" y="2340239"/>
          <a:ext cx="1230312" cy="738187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33479"/>
            <a:satOff val="-20472"/>
            <a:lumOff val="20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/>
        </a:p>
      </dsp:txBody>
      <dsp:txXfrm>
        <a:off x="6915339" y="2361860"/>
        <a:ext cx="1187070" cy="6949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603B6-8035-4843-A2BF-B962ECB28E23}">
      <dsp:nvSpPr>
        <dsp:cNvPr id="0" name=""/>
        <dsp:cNvSpPr/>
      </dsp:nvSpPr>
      <dsp:spPr>
        <a:xfrm>
          <a:off x="0" y="0"/>
          <a:ext cx="6258560" cy="975360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/>
        </a:p>
      </dsp:txBody>
      <dsp:txXfrm>
        <a:off x="28567" y="28567"/>
        <a:ext cx="5091953" cy="918226"/>
      </dsp:txXfrm>
    </dsp:sp>
    <dsp:sp modelId="{83C97043-6098-48E8-8E6F-56F76A78BE3F}">
      <dsp:nvSpPr>
        <dsp:cNvPr id="0" name=""/>
        <dsp:cNvSpPr/>
      </dsp:nvSpPr>
      <dsp:spPr>
        <a:xfrm>
          <a:off x="467360" y="1110826"/>
          <a:ext cx="6258560" cy="975360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33479"/>
            <a:satOff val="-20472"/>
            <a:lumOff val="20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/>
        </a:p>
      </dsp:txBody>
      <dsp:txXfrm>
        <a:off x="495927" y="1139393"/>
        <a:ext cx="5100081" cy="918226"/>
      </dsp:txXfrm>
    </dsp:sp>
    <dsp:sp modelId="{5F30B50C-A660-4EA3-ABBE-C7D6FD514E14}">
      <dsp:nvSpPr>
        <dsp:cNvPr id="0" name=""/>
        <dsp:cNvSpPr/>
      </dsp:nvSpPr>
      <dsp:spPr>
        <a:xfrm>
          <a:off x="934719" y="2221653"/>
          <a:ext cx="6258560" cy="975360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666958"/>
            <a:satOff val="-40943"/>
            <a:lumOff val="405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/>
        </a:p>
      </dsp:txBody>
      <dsp:txXfrm>
        <a:off x="963286" y="2250220"/>
        <a:ext cx="5100081" cy="918226"/>
      </dsp:txXfrm>
    </dsp:sp>
    <dsp:sp modelId="{F8C82C79-29AA-4B27-BB64-BF6DA2B31CAD}">
      <dsp:nvSpPr>
        <dsp:cNvPr id="0" name=""/>
        <dsp:cNvSpPr/>
      </dsp:nvSpPr>
      <dsp:spPr>
        <a:xfrm>
          <a:off x="1402079" y="3332480"/>
          <a:ext cx="6258560" cy="975360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666958"/>
            <a:satOff val="-40943"/>
            <a:lumOff val="405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200" kern="1200" dirty="0"/>
        </a:p>
      </dsp:txBody>
      <dsp:txXfrm>
        <a:off x="1430646" y="3361047"/>
        <a:ext cx="5100081" cy="918226"/>
      </dsp:txXfrm>
    </dsp:sp>
    <dsp:sp modelId="{DE386499-10C3-45F8-9C63-ACDC9AB2D8EF}">
      <dsp:nvSpPr>
        <dsp:cNvPr id="0" name=""/>
        <dsp:cNvSpPr/>
      </dsp:nvSpPr>
      <dsp:spPr>
        <a:xfrm>
          <a:off x="1869439" y="4443306"/>
          <a:ext cx="6258560" cy="975360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333479"/>
            <a:satOff val="-20472"/>
            <a:lumOff val="20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4200" kern="1200" dirty="0"/>
        </a:p>
      </dsp:txBody>
      <dsp:txXfrm>
        <a:off x="1898006" y="4471873"/>
        <a:ext cx="5100081" cy="918226"/>
      </dsp:txXfrm>
    </dsp:sp>
    <dsp:sp modelId="{725E89E2-1905-4604-99C8-DE62F10D8BF6}">
      <dsp:nvSpPr>
        <dsp:cNvPr id="0" name=""/>
        <dsp:cNvSpPr/>
      </dsp:nvSpPr>
      <dsp:spPr>
        <a:xfrm>
          <a:off x="5624575" y="712554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5767221" y="712554"/>
        <a:ext cx="348692" cy="477073"/>
      </dsp:txXfrm>
    </dsp:sp>
    <dsp:sp modelId="{F6402685-94C2-4D9F-9B6F-C6B55CCF62DC}">
      <dsp:nvSpPr>
        <dsp:cNvPr id="0" name=""/>
        <dsp:cNvSpPr/>
      </dsp:nvSpPr>
      <dsp:spPr>
        <a:xfrm>
          <a:off x="6091935" y="1823381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6234581" y="1823381"/>
        <a:ext cx="348692" cy="477073"/>
      </dsp:txXfrm>
    </dsp:sp>
    <dsp:sp modelId="{43A7CC9C-9AAC-4E89-A6BC-E9AB52226D73}">
      <dsp:nvSpPr>
        <dsp:cNvPr id="0" name=""/>
        <dsp:cNvSpPr/>
      </dsp:nvSpPr>
      <dsp:spPr>
        <a:xfrm>
          <a:off x="6559295" y="2917952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6701941" y="2917952"/>
        <a:ext cx="348692" cy="477073"/>
      </dsp:txXfrm>
    </dsp:sp>
    <dsp:sp modelId="{0497A49F-9321-4E24-BB7F-341367D89E27}">
      <dsp:nvSpPr>
        <dsp:cNvPr id="0" name=""/>
        <dsp:cNvSpPr/>
      </dsp:nvSpPr>
      <dsp:spPr>
        <a:xfrm>
          <a:off x="7026655" y="4039616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7169301" y="4039616"/>
        <a:ext cx="348692" cy="477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898EE-D06A-48FC-AF05-8BC54DC9F027}" type="datetimeFigureOut">
              <a:t>2026/3/16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BFFEF-1ECD-4E53-B114-84AF206B72CD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8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you. We are Accton. Let’s stay in touch!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BFFEF-1ECD-4E53-B114-84AF206B72CD}" type="slidenum">
              <a:rPr lang="en-US" altLang="zh-TW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0888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6">
            <a:extLst>
              <a:ext uri="{FF2B5EF4-FFF2-40B4-BE49-F238E27FC236}">
                <a16:creationId xmlns:a16="http://schemas.microsoft.com/office/drawing/2014/main" id="{1B073F67-E3B0-DA85-7335-076955DCDC62}"/>
              </a:ext>
            </a:extLst>
          </p:cNvPr>
          <p:cNvGrpSpPr/>
          <p:nvPr userDrawn="1"/>
        </p:nvGrpSpPr>
        <p:grpSpPr>
          <a:xfrm>
            <a:off x="444500" y="444500"/>
            <a:ext cx="4794250" cy="5969000"/>
            <a:chOff x="0" y="0"/>
            <a:chExt cx="1036915" cy="1290994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212D128-1C2B-64CC-A93B-B415AE0FB031}"/>
                </a:ext>
              </a:extLst>
            </p:cNvPr>
            <p:cNvSpPr/>
            <p:nvPr/>
          </p:nvSpPr>
          <p:spPr>
            <a:xfrm>
              <a:off x="0" y="0"/>
              <a:ext cx="1036915" cy="1290994"/>
            </a:xfrm>
            <a:custGeom>
              <a:avLst/>
              <a:gdLst/>
              <a:ahLst/>
              <a:cxnLst/>
              <a:rect l="l" t="t" r="r" b="b"/>
              <a:pathLst>
                <a:path w="1036915" h="1290994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TW" sz="600"/>
            </a:p>
          </p:txBody>
        </p:sp>
      </p:grpSp>
      <p:sp>
        <p:nvSpPr>
          <p:cNvPr id="10" name="文字方塊 8">
            <a:extLst>
              <a:ext uri="{FF2B5EF4-FFF2-40B4-BE49-F238E27FC236}">
                <a16:creationId xmlns:a16="http://schemas.microsoft.com/office/drawing/2014/main" id="{BB9FDCC4-AABE-6523-35C8-256BF2EB21D9}"/>
              </a:ext>
            </a:extLst>
          </p:cNvPr>
          <p:cNvSpPr txBox="1"/>
          <p:nvPr userDrawn="1"/>
        </p:nvSpPr>
        <p:spPr>
          <a:xfrm>
            <a:off x="570073" y="1150827"/>
            <a:ext cx="45431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Trust</a:t>
            </a:r>
            <a:r>
              <a:rPr lang="zh-TW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altLang="zh-TW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| Passion</a:t>
            </a:r>
            <a:r>
              <a:rPr lang="zh-TW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altLang="zh-TW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| Courage</a:t>
            </a:r>
            <a:r>
              <a:rPr lang="zh-TW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altLang="zh-TW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| Collaboration</a:t>
            </a:r>
            <a:r>
              <a:rPr lang="zh-TW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altLang="zh-TW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| Perfection</a:t>
            </a:r>
            <a:r>
              <a:rPr lang="zh-TW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6F0DD91-F569-5192-6EBB-960C353FCEF3}"/>
              </a:ext>
            </a:extLst>
          </p:cNvPr>
          <p:cNvSpPr txBox="1">
            <a:spLocks/>
          </p:cNvSpPr>
          <p:nvPr userDrawn="1"/>
        </p:nvSpPr>
        <p:spPr>
          <a:xfrm>
            <a:off x="5679440" y="6513895"/>
            <a:ext cx="833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4" name="文字方塊 8">
            <a:extLst>
              <a:ext uri="{FF2B5EF4-FFF2-40B4-BE49-F238E27FC236}">
                <a16:creationId xmlns:a16="http://schemas.microsoft.com/office/drawing/2014/main" id="{781EF90D-390F-01A6-315F-974FCD60D6E1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15" name="文字方塊 7">
            <a:extLst>
              <a:ext uri="{FF2B5EF4-FFF2-40B4-BE49-F238E27FC236}">
                <a16:creationId xmlns:a16="http://schemas.microsoft.com/office/drawing/2014/main" id="{E55A187B-F3CA-8E95-99E9-16305DD022F6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pic>
        <p:nvPicPr>
          <p:cNvPr id="16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EDF65572-7452-85A1-0678-CBE5692084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245C-85B4-076E-253B-EF818910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69" y="1328605"/>
            <a:ext cx="6177708" cy="1326092"/>
          </a:xfrm>
        </p:spPr>
        <p:txBody>
          <a:bodyPr>
            <a:normAutofit/>
          </a:bodyPr>
          <a:lstStyle>
            <a:lvl1pPr>
              <a:defRPr sz="4800" b="0" i="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A71F8-2A0B-B2FD-38EF-1FFD1CBC9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7DB3F2DE-B5A5-EA34-853B-B9963585B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269" y="2825176"/>
            <a:ext cx="6207553" cy="152420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9" name="文字方塊 7">
            <a:extLst>
              <a:ext uri="{FF2B5EF4-FFF2-40B4-BE49-F238E27FC236}">
                <a16:creationId xmlns:a16="http://schemas.microsoft.com/office/drawing/2014/main" id="{8B1274AB-BC8E-714D-C8F3-EAAFDC49C34E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pic>
        <p:nvPicPr>
          <p:cNvPr id="10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2D0A9BC7-4001-0876-95C3-B2FDB3E6B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12" name="文字方塊 8">
            <a:extLst>
              <a:ext uri="{FF2B5EF4-FFF2-40B4-BE49-F238E27FC236}">
                <a16:creationId xmlns:a16="http://schemas.microsoft.com/office/drawing/2014/main" id="{75EC5B31-B2AC-5BB2-C516-78D8CFD262A5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8" name="圖片版面配置區 2">
            <a:extLst>
              <a:ext uri="{FF2B5EF4-FFF2-40B4-BE49-F238E27FC236}">
                <a16:creationId xmlns:a16="http://schemas.microsoft.com/office/drawing/2014/main" id="{B9AA6E33-53CF-2A95-B713-D0F38394DA5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610040" y="0"/>
            <a:ext cx="4581960" cy="687294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133" b="1" i="0">
                <a:latin typeface="Century Gothic" panose="020B0502020202020204" pitchFamily="34" charset="0"/>
              </a:defRPr>
            </a:lvl1pPr>
            <a:lvl2pPr marL="304784" indent="0">
              <a:buNone/>
              <a:defRPr sz="1867"/>
            </a:lvl2pPr>
            <a:lvl3pPr marL="609570" indent="0">
              <a:buNone/>
              <a:defRPr sz="1600"/>
            </a:lvl3pPr>
            <a:lvl4pPr marL="914354" indent="0">
              <a:buNone/>
              <a:defRPr sz="1333"/>
            </a:lvl4pPr>
            <a:lvl5pPr marL="1219139" indent="0">
              <a:buNone/>
              <a:defRPr sz="1333"/>
            </a:lvl5pPr>
            <a:lvl6pPr marL="1523923" indent="0">
              <a:buNone/>
              <a:defRPr sz="1333"/>
            </a:lvl6pPr>
            <a:lvl7pPr marL="1828709" indent="0">
              <a:buNone/>
              <a:defRPr sz="1333"/>
            </a:lvl7pPr>
            <a:lvl8pPr marL="2133493" indent="0">
              <a:buNone/>
              <a:defRPr sz="1333"/>
            </a:lvl8pPr>
            <a:lvl9pPr marL="2438278" indent="0">
              <a:buNone/>
              <a:defRPr sz="1333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63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on th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圖片版面配置區 2">
            <a:extLst>
              <a:ext uri="{FF2B5EF4-FFF2-40B4-BE49-F238E27FC236}">
                <a16:creationId xmlns:a16="http://schemas.microsoft.com/office/drawing/2014/main" id="{678A1210-F9D5-FBC9-86F6-B4668B17D14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2"/>
            <a:ext cx="4344563" cy="6857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133" b="1" i="0">
                <a:latin typeface="Century Gothic" panose="020B0502020202020204" pitchFamily="34" charset="0"/>
              </a:defRPr>
            </a:lvl1pPr>
            <a:lvl2pPr marL="304784" indent="0">
              <a:buNone/>
              <a:defRPr sz="1867"/>
            </a:lvl2pPr>
            <a:lvl3pPr marL="609570" indent="0">
              <a:buNone/>
              <a:defRPr sz="1600"/>
            </a:lvl3pPr>
            <a:lvl4pPr marL="914354" indent="0">
              <a:buNone/>
              <a:defRPr sz="1333"/>
            </a:lvl4pPr>
            <a:lvl5pPr marL="1219139" indent="0">
              <a:buNone/>
              <a:defRPr sz="1333"/>
            </a:lvl5pPr>
            <a:lvl6pPr marL="1523923" indent="0">
              <a:buNone/>
              <a:defRPr sz="1333"/>
            </a:lvl6pPr>
            <a:lvl7pPr marL="1828709" indent="0">
              <a:buNone/>
              <a:defRPr sz="1333"/>
            </a:lvl7pPr>
            <a:lvl8pPr marL="2133493" indent="0">
              <a:buNone/>
              <a:defRPr sz="1333"/>
            </a:lvl8pPr>
            <a:lvl9pPr marL="2438278" indent="0">
              <a:buNone/>
              <a:defRPr sz="1333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2245C-85B4-076E-253B-EF818910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439" y="1328605"/>
            <a:ext cx="6177708" cy="1326092"/>
          </a:xfrm>
        </p:spPr>
        <p:txBody>
          <a:bodyPr>
            <a:normAutofit/>
          </a:bodyPr>
          <a:lstStyle>
            <a:lvl1pPr>
              <a:defRPr sz="4800" b="0" i="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7DB3F2DE-B5A5-EA34-853B-B9963585B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5440" y="2825176"/>
            <a:ext cx="6207553" cy="152420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pic>
        <p:nvPicPr>
          <p:cNvPr id="10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667FC0D1-D8E5-5552-E8ED-C6E8956B20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12" name="文字方塊 8">
            <a:extLst>
              <a:ext uri="{FF2B5EF4-FFF2-40B4-BE49-F238E27FC236}">
                <a16:creationId xmlns:a16="http://schemas.microsoft.com/office/drawing/2014/main" id="{F16D840A-C9BB-F13A-8AF5-F662FF9764CB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6" name="文字方塊 7">
            <a:extLst>
              <a:ext uri="{FF2B5EF4-FFF2-40B4-BE49-F238E27FC236}">
                <a16:creationId xmlns:a16="http://schemas.microsoft.com/office/drawing/2014/main" id="{20DCE15A-08DE-0652-8722-40152C5CABE0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C8C01BC-7145-042C-85B9-1D4358DB65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2110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508C632C-DE55-4B8F-8126-DD19F359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6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C743389-FAAF-425D-A490-EE1FA500B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6"/>
            <a:ext cx="10515600" cy="4092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pic>
        <p:nvPicPr>
          <p:cNvPr id="11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2ADFD163-A329-5100-CA29-DA78598BD8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13" name="文字方塊 8">
            <a:extLst>
              <a:ext uri="{FF2B5EF4-FFF2-40B4-BE49-F238E27FC236}">
                <a16:creationId xmlns:a16="http://schemas.microsoft.com/office/drawing/2014/main" id="{A96FDCB2-9857-C24F-CADE-C299C4352002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2" name="文字方塊 7">
            <a:extLst>
              <a:ext uri="{FF2B5EF4-FFF2-40B4-BE49-F238E27FC236}">
                <a16:creationId xmlns:a16="http://schemas.microsoft.com/office/drawing/2014/main" id="{AFD3F180-3E25-A6C1-032D-06D20778FC1D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3281E3D-0597-A5F5-7841-61B0747CD6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11511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X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7F78553B-010A-47AC-AC3B-8F9903B4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6092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2F02D212-DF91-491C-9FF6-B01F498ED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07001" cy="4351867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21" name="內容版面配置區 3">
            <a:extLst>
              <a:ext uri="{FF2B5EF4-FFF2-40B4-BE49-F238E27FC236}">
                <a16:creationId xmlns:a16="http://schemas.microsoft.com/office/drawing/2014/main" id="{8E6808AA-F633-4F33-A52A-981533035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6801" y="1825625"/>
            <a:ext cx="5207001" cy="4351867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pic>
        <p:nvPicPr>
          <p:cNvPr id="6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85FC6A9C-6E69-9DF3-E7AB-DFA6A071EA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8" name="文字方塊 8">
            <a:extLst>
              <a:ext uri="{FF2B5EF4-FFF2-40B4-BE49-F238E27FC236}">
                <a16:creationId xmlns:a16="http://schemas.microsoft.com/office/drawing/2014/main" id="{A6D0F1B9-591B-97B4-AFE2-A5192E7CA819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2" name="文字方塊 7">
            <a:extLst>
              <a:ext uri="{FF2B5EF4-FFF2-40B4-BE49-F238E27FC236}">
                <a16:creationId xmlns:a16="http://schemas.microsoft.com/office/drawing/2014/main" id="{6851E1B9-FC50-9C21-B6CD-F9892D765186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506AE5E-3D8D-1798-4489-734063829E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269964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EX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>
            <a:extLst>
              <a:ext uri="{FF2B5EF4-FFF2-40B4-BE49-F238E27FC236}">
                <a16:creationId xmlns:a16="http://schemas.microsoft.com/office/drawing/2014/main" id="{30B99503-3237-4C8F-8566-2B341666A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60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0" i="0"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8" name="文字版面配置區 2">
            <a:extLst>
              <a:ext uri="{FF2B5EF4-FFF2-40B4-BE49-F238E27FC236}">
                <a16:creationId xmlns:a16="http://schemas.microsoft.com/office/drawing/2014/main" id="{584727CA-C7AD-42BD-B84A-ACA16FCD0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9" y="1681692"/>
            <a:ext cx="5157259" cy="82338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600" b="0" i="0">
                <a:latin typeface="Century Gothic" panose="020B0502020202020204" pitchFamily="34" charset="0"/>
              </a:defRPr>
            </a:lvl1pPr>
            <a:lvl2pPr marL="304784" indent="0">
              <a:buNone/>
              <a:defRPr sz="1333" b="1"/>
            </a:lvl2pPr>
            <a:lvl3pPr marL="609570" indent="0">
              <a:buNone/>
              <a:defRPr sz="1200" b="1"/>
            </a:lvl3pPr>
            <a:lvl4pPr marL="914354" indent="0">
              <a:buNone/>
              <a:defRPr sz="1067" b="1"/>
            </a:lvl4pPr>
            <a:lvl5pPr marL="1219139" indent="0">
              <a:buNone/>
              <a:defRPr sz="1067" b="1"/>
            </a:lvl5pPr>
            <a:lvl6pPr marL="1523923" indent="0">
              <a:buNone/>
              <a:defRPr sz="1067" b="1"/>
            </a:lvl6pPr>
            <a:lvl7pPr marL="1828709" indent="0">
              <a:buNone/>
              <a:defRPr sz="1067" b="1"/>
            </a:lvl7pPr>
            <a:lvl8pPr marL="2133493" indent="0">
              <a:buNone/>
              <a:defRPr sz="1067" b="1"/>
            </a:lvl8pPr>
            <a:lvl9pPr marL="2438278" indent="0">
              <a:buNone/>
              <a:defRPr sz="1067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9" name="內容版面配置區 3">
            <a:extLst>
              <a:ext uri="{FF2B5EF4-FFF2-40B4-BE49-F238E27FC236}">
                <a16:creationId xmlns:a16="http://schemas.microsoft.com/office/drawing/2014/main" id="{7278B771-B25D-4F17-9FB9-02DAC815D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9" y="2505076"/>
            <a:ext cx="5157259" cy="3685117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20" name="文字版面配置區 4">
            <a:extLst>
              <a:ext uri="{FF2B5EF4-FFF2-40B4-BE49-F238E27FC236}">
                <a16:creationId xmlns:a16="http://schemas.microsoft.com/office/drawing/2014/main" id="{6F137962-A1AE-4302-915E-2B83276B4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692"/>
            <a:ext cx="5183717" cy="82338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600" b="0" i="0">
                <a:latin typeface="Century Gothic" panose="020B0502020202020204" pitchFamily="34" charset="0"/>
              </a:defRPr>
            </a:lvl1pPr>
            <a:lvl2pPr marL="304784" indent="0">
              <a:buNone/>
              <a:defRPr sz="1333" b="1"/>
            </a:lvl2pPr>
            <a:lvl3pPr marL="609570" indent="0">
              <a:buNone/>
              <a:defRPr sz="1200" b="1"/>
            </a:lvl3pPr>
            <a:lvl4pPr marL="914354" indent="0">
              <a:buNone/>
              <a:defRPr sz="1067" b="1"/>
            </a:lvl4pPr>
            <a:lvl5pPr marL="1219139" indent="0">
              <a:buNone/>
              <a:defRPr sz="1067" b="1"/>
            </a:lvl5pPr>
            <a:lvl6pPr marL="1523923" indent="0">
              <a:buNone/>
              <a:defRPr sz="1067" b="1"/>
            </a:lvl6pPr>
            <a:lvl7pPr marL="1828709" indent="0">
              <a:buNone/>
              <a:defRPr sz="1067" b="1"/>
            </a:lvl7pPr>
            <a:lvl8pPr marL="2133493" indent="0">
              <a:buNone/>
              <a:defRPr sz="1067" b="1"/>
            </a:lvl8pPr>
            <a:lvl9pPr marL="2438278" indent="0">
              <a:buNone/>
              <a:defRPr sz="1067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21" name="內容版面配置區 5">
            <a:extLst>
              <a:ext uri="{FF2B5EF4-FFF2-40B4-BE49-F238E27FC236}">
                <a16:creationId xmlns:a16="http://schemas.microsoft.com/office/drawing/2014/main" id="{4A0EE691-EA0E-41E2-927B-79BB1DCE3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717" cy="3685117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pic>
        <p:nvPicPr>
          <p:cNvPr id="6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53E6025D-036E-ACC8-7496-A463442593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8" name="文字方塊 8">
            <a:extLst>
              <a:ext uri="{FF2B5EF4-FFF2-40B4-BE49-F238E27FC236}">
                <a16:creationId xmlns:a16="http://schemas.microsoft.com/office/drawing/2014/main" id="{6917148C-9D3C-DF6A-DBFA-D2AA8973DAC0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2" name="文字方塊 7">
            <a:extLst>
              <a:ext uri="{FF2B5EF4-FFF2-40B4-BE49-F238E27FC236}">
                <a16:creationId xmlns:a16="http://schemas.microsoft.com/office/drawing/2014/main" id="{5A8673E2-1E6B-7D9C-59F5-6A65732EF8D3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C602F8B-A801-E2E8-672B-323A6F5D2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382813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EX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">
            <a:extLst>
              <a:ext uri="{FF2B5EF4-FFF2-40B4-BE49-F238E27FC236}">
                <a16:creationId xmlns:a16="http://schemas.microsoft.com/office/drawing/2014/main" id="{C87A6C0F-6C65-4FE6-8448-D635C783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60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0" i="0"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pic>
        <p:nvPicPr>
          <p:cNvPr id="6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733FC352-A6A0-B7C1-CA3E-6EA713A911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8" name="文字方塊 8">
            <a:extLst>
              <a:ext uri="{FF2B5EF4-FFF2-40B4-BE49-F238E27FC236}">
                <a16:creationId xmlns:a16="http://schemas.microsoft.com/office/drawing/2014/main" id="{1DDFCBF0-5600-296D-235C-91C8E4A9E0EA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2" name="文字方塊 7">
            <a:extLst>
              <a:ext uri="{FF2B5EF4-FFF2-40B4-BE49-F238E27FC236}">
                <a16:creationId xmlns:a16="http://schemas.microsoft.com/office/drawing/2014/main" id="{BA7C73F5-F21F-D03A-467C-667CCBA2A5B3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2FCFE19-300D-0BDC-E119-F57714C269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352713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EX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32E6FDBD-D33B-4253-AB6E-72616F3C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1711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000" b="0" i="0"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9FD09FFA-46D6-424E-8928-106A1C04F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9" y="987427"/>
            <a:ext cx="6172201" cy="4873625"/>
          </a:xfrm>
        </p:spPr>
        <p:txBody>
          <a:bodyPr/>
          <a:lstStyle>
            <a:lvl1pPr>
              <a:lnSpc>
                <a:spcPct val="100000"/>
              </a:lnSpc>
              <a:defRPr sz="2133" b="0" i="0"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sz="1867" b="0" i="0"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sz="1333" b="0" i="0"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sz="1333" b="0" i="0">
                <a:latin typeface="Century Gothic" panose="020B0502020202020204" pitchFamily="34" charset="0"/>
              </a:defRPr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C9F35B2B-1677-49A5-A1CC-AFCECACCB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1711" cy="381211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67" b="0" i="0">
                <a:latin typeface="Century Gothic" panose="020B0502020202020204" pitchFamily="34" charset="0"/>
              </a:defRPr>
            </a:lvl1pPr>
            <a:lvl2pPr marL="304784" indent="0">
              <a:buNone/>
              <a:defRPr sz="933"/>
            </a:lvl2pPr>
            <a:lvl3pPr marL="609570" indent="0">
              <a:buNone/>
              <a:defRPr sz="800"/>
            </a:lvl3pPr>
            <a:lvl4pPr marL="914354" indent="0">
              <a:buNone/>
              <a:defRPr sz="667"/>
            </a:lvl4pPr>
            <a:lvl5pPr marL="1219139" indent="0">
              <a:buNone/>
              <a:defRPr sz="667"/>
            </a:lvl5pPr>
            <a:lvl6pPr marL="1523923" indent="0">
              <a:buNone/>
              <a:defRPr sz="667"/>
            </a:lvl6pPr>
            <a:lvl7pPr marL="1828709" indent="0">
              <a:buNone/>
              <a:defRPr sz="667"/>
            </a:lvl7pPr>
            <a:lvl8pPr marL="2133493" indent="0">
              <a:buNone/>
              <a:defRPr sz="667"/>
            </a:lvl8pPr>
            <a:lvl9pPr marL="2438278" indent="0">
              <a:buNone/>
              <a:defRPr sz="667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pic>
        <p:nvPicPr>
          <p:cNvPr id="6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677CF94A-A425-99D9-EC4A-AA4D567482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8" name="文字方塊 8">
            <a:extLst>
              <a:ext uri="{FF2B5EF4-FFF2-40B4-BE49-F238E27FC236}">
                <a16:creationId xmlns:a16="http://schemas.microsoft.com/office/drawing/2014/main" id="{69AD9D6A-F8BE-6A51-A202-70D70D08F00F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2" name="文字方塊 7">
            <a:extLst>
              <a:ext uri="{FF2B5EF4-FFF2-40B4-BE49-F238E27FC236}">
                <a16:creationId xmlns:a16="http://schemas.microsoft.com/office/drawing/2014/main" id="{803376B1-6A95-1F53-7B78-4E72C8FAAE40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AA90CE0-2049-A650-446D-122EA8D720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93218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EX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7EC3F242-1B94-4885-9C19-26D1C2D7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1711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000" b="0" i="0"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1" name="圖片版面配置區 2">
            <a:extLst>
              <a:ext uri="{FF2B5EF4-FFF2-40B4-BE49-F238E27FC236}">
                <a16:creationId xmlns:a16="http://schemas.microsoft.com/office/drawing/2014/main" id="{EEEFC190-5FD6-45A7-A8B5-6D6DD1425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9" y="987427"/>
            <a:ext cx="6172201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133" b="0" i="0">
                <a:latin typeface="Century Gothic" panose="020B0502020202020204" pitchFamily="34" charset="0"/>
              </a:defRPr>
            </a:lvl1pPr>
            <a:lvl2pPr marL="304784" indent="0">
              <a:buNone/>
              <a:defRPr sz="1867"/>
            </a:lvl2pPr>
            <a:lvl3pPr marL="609570" indent="0">
              <a:buNone/>
              <a:defRPr sz="1600"/>
            </a:lvl3pPr>
            <a:lvl4pPr marL="914354" indent="0">
              <a:buNone/>
              <a:defRPr sz="1333"/>
            </a:lvl4pPr>
            <a:lvl5pPr marL="1219139" indent="0">
              <a:buNone/>
              <a:defRPr sz="1333"/>
            </a:lvl5pPr>
            <a:lvl6pPr marL="1523923" indent="0">
              <a:buNone/>
              <a:defRPr sz="1333"/>
            </a:lvl6pPr>
            <a:lvl7pPr marL="1828709" indent="0">
              <a:buNone/>
              <a:defRPr sz="1333"/>
            </a:lvl7pPr>
            <a:lvl8pPr marL="2133493" indent="0">
              <a:buNone/>
              <a:defRPr sz="1333"/>
            </a:lvl8pPr>
            <a:lvl9pPr marL="2438278" indent="0">
              <a:buNone/>
              <a:defRPr sz="1333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F59C212D-F392-4B46-8E26-F846B0740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1711" cy="381211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67" b="0" i="0">
                <a:latin typeface="Century Gothic" panose="020B0502020202020204" pitchFamily="34" charset="0"/>
              </a:defRPr>
            </a:lvl1pPr>
            <a:lvl2pPr marL="304784" indent="0">
              <a:buNone/>
              <a:defRPr sz="933"/>
            </a:lvl2pPr>
            <a:lvl3pPr marL="609570" indent="0">
              <a:buNone/>
              <a:defRPr sz="800"/>
            </a:lvl3pPr>
            <a:lvl4pPr marL="914354" indent="0">
              <a:buNone/>
              <a:defRPr sz="667"/>
            </a:lvl4pPr>
            <a:lvl5pPr marL="1219139" indent="0">
              <a:buNone/>
              <a:defRPr sz="667"/>
            </a:lvl5pPr>
            <a:lvl6pPr marL="1523923" indent="0">
              <a:buNone/>
              <a:defRPr sz="667"/>
            </a:lvl6pPr>
            <a:lvl7pPr marL="1828709" indent="0">
              <a:buNone/>
              <a:defRPr sz="667"/>
            </a:lvl7pPr>
            <a:lvl8pPr marL="2133493" indent="0">
              <a:buNone/>
              <a:defRPr sz="667"/>
            </a:lvl8pPr>
            <a:lvl9pPr marL="2438278" indent="0">
              <a:buNone/>
              <a:defRPr sz="667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pic>
        <p:nvPicPr>
          <p:cNvPr id="6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C2E3741D-D09F-DD5F-3465-E7EF013AA1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8" name="文字方塊 8">
            <a:extLst>
              <a:ext uri="{FF2B5EF4-FFF2-40B4-BE49-F238E27FC236}">
                <a16:creationId xmlns:a16="http://schemas.microsoft.com/office/drawing/2014/main" id="{1E2E916F-519A-2483-08E5-9ADED91D598A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2" name="文字方塊 7">
            <a:extLst>
              <a:ext uri="{FF2B5EF4-FFF2-40B4-BE49-F238E27FC236}">
                <a16:creationId xmlns:a16="http://schemas.microsoft.com/office/drawing/2014/main" id="{03EF2648-443F-060F-A759-307A2465C878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CC5E91E-6072-C8A4-779B-0CE638AB4D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52533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X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68052B59-8595-4F97-8691-26635D063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6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2BDEEAD-44D7-418F-A313-A9E2124F2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8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pic>
        <p:nvPicPr>
          <p:cNvPr id="11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E0F4D759-BD6C-8EFD-DAF1-FCC30F984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13" name="文字方塊 8">
            <a:extLst>
              <a:ext uri="{FF2B5EF4-FFF2-40B4-BE49-F238E27FC236}">
                <a16:creationId xmlns:a16="http://schemas.microsoft.com/office/drawing/2014/main" id="{EE145288-53FE-0F0D-2E52-1DE3C526D08C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5" name="文字方塊 7">
            <a:extLst>
              <a:ext uri="{FF2B5EF4-FFF2-40B4-BE49-F238E27FC236}">
                <a16:creationId xmlns:a16="http://schemas.microsoft.com/office/drawing/2014/main" id="{5BCC08DD-7494-23A9-9F87-2AE7466ED1C5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00981D7-751F-4017-00CB-10979E09B9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12746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E45E07-C4B3-4DD6-A948-176AAB840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0C16E40-3C3D-4C2C-9960-F20C5D06A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1825626"/>
            <a:ext cx="10515600" cy="4172901"/>
          </a:xfrm>
          <a:prstGeom prst="rect">
            <a:avLst/>
          </a:prstGeom>
        </p:spPr>
        <p:txBody>
          <a:bodyPr vert="eaVert"/>
          <a:lstStyle>
            <a:lvl1pPr>
              <a:defRPr b="0" i="0">
                <a:latin typeface="Century Gothic" panose="020B0502020202020204" pitchFamily="34" charset="0"/>
              </a:defRPr>
            </a:lvl1pPr>
            <a:lvl2pPr>
              <a:defRPr b="0" i="0">
                <a:latin typeface="Century Gothic" panose="020B0502020202020204" pitchFamily="34" charset="0"/>
              </a:defRPr>
            </a:lvl2pPr>
            <a:lvl3pPr>
              <a:defRPr b="0" i="0">
                <a:latin typeface="Century Gothic" panose="020B0502020202020204" pitchFamily="34" charset="0"/>
              </a:defRPr>
            </a:lvl3pPr>
            <a:lvl4pPr>
              <a:defRPr b="0" i="0">
                <a:latin typeface="Century Gothic" panose="020B0502020202020204" pitchFamily="34" charset="0"/>
              </a:defRPr>
            </a:lvl4pPr>
            <a:lvl5pPr>
              <a:defRPr b="0" i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pic>
        <p:nvPicPr>
          <p:cNvPr id="16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C208D8C8-F57B-9535-292D-16D53BD01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18" name="文字方塊 8">
            <a:extLst>
              <a:ext uri="{FF2B5EF4-FFF2-40B4-BE49-F238E27FC236}">
                <a16:creationId xmlns:a16="http://schemas.microsoft.com/office/drawing/2014/main" id="{DA999C33-D81D-A75E-6096-3230D4477905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4" name="文字方塊 7">
            <a:extLst>
              <a:ext uri="{FF2B5EF4-FFF2-40B4-BE49-F238E27FC236}">
                <a16:creationId xmlns:a16="http://schemas.microsoft.com/office/drawing/2014/main" id="{240DC693-3D78-A16B-2675-7EC333B351DF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1F2101E-D217-B4E2-96B8-D57CCE5FCA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605398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Image on the right 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245C-85B4-076E-253B-EF818910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69" y="1328605"/>
            <a:ext cx="6177708" cy="1326092"/>
          </a:xfrm>
        </p:spPr>
        <p:txBody>
          <a:bodyPr>
            <a:normAutofit/>
          </a:bodyPr>
          <a:lstStyle>
            <a:lvl1pPr>
              <a:defRPr sz="4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7DB3F2DE-B5A5-EA34-853B-B9963585B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269" y="2825176"/>
            <a:ext cx="6207553" cy="1524208"/>
          </a:xfrm>
        </p:spPr>
        <p:txBody>
          <a:bodyPr/>
          <a:lstStyle>
            <a:lvl1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21" name="圖片版面配置區 2">
            <a:extLst>
              <a:ext uri="{FF2B5EF4-FFF2-40B4-BE49-F238E27FC236}">
                <a16:creationId xmlns:a16="http://schemas.microsoft.com/office/drawing/2014/main" id="{678A1210-F9D5-FBC9-86F6-B4668B17D14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612572" y="1"/>
            <a:ext cx="4581960" cy="687294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133" b="1" i="0">
                <a:latin typeface="Century Gothic" panose="020B0502020202020204" pitchFamily="34" charset="0"/>
              </a:defRPr>
            </a:lvl1pPr>
            <a:lvl2pPr marL="304784" indent="0">
              <a:buNone/>
              <a:defRPr sz="1867"/>
            </a:lvl2pPr>
            <a:lvl3pPr marL="609570" indent="0">
              <a:buNone/>
              <a:defRPr sz="1600"/>
            </a:lvl3pPr>
            <a:lvl4pPr marL="914354" indent="0">
              <a:buNone/>
              <a:defRPr sz="1333"/>
            </a:lvl4pPr>
            <a:lvl5pPr marL="1219139" indent="0">
              <a:buNone/>
              <a:defRPr sz="1333"/>
            </a:lvl5pPr>
            <a:lvl6pPr marL="1523923" indent="0">
              <a:buNone/>
              <a:defRPr sz="1333"/>
            </a:lvl6pPr>
            <a:lvl7pPr marL="1828709" indent="0">
              <a:buNone/>
              <a:defRPr sz="1333"/>
            </a:lvl7pPr>
            <a:lvl8pPr marL="2133493" indent="0">
              <a:buNone/>
              <a:defRPr sz="1333"/>
            </a:lvl8pPr>
            <a:lvl9pPr marL="2438278" indent="0">
              <a:buNone/>
              <a:defRPr sz="1333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7" name="文字方塊 7">
            <a:extLst>
              <a:ext uri="{FF2B5EF4-FFF2-40B4-BE49-F238E27FC236}">
                <a16:creationId xmlns:a16="http://schemas.microsoft.com/office/drawing/2014/main" id="{5A71C4DA-9D6B-8579-EAA7-E088C79998B2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bg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bg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bg1"/>
              </a:solidFill>
              <a:latin typeface="Century Gothic"/>
              <a:ea typeface="新細明體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1EC7FD0-D1E2-43DC-9428-DE7C33A061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94" y="6597042"/>
            <a:ext cx="2550736" cy="173816"/>
          </a:xfrm>
          <a:prstGeom prst="rect">
            <a:avLst/>
          </a:prstGeom>
        </p:spPr>
      </p:pic>
      <p:sp>
        <p:nvSpPr>
          <p:cNvPr id="12" name="文字方塊 8">
            <a:extLst>
              <a:ext uri="{FF2B5EF4-FFF2-40B4-BE49-F238E27FC236}">
                <a16:creationId xmlns:a16="http://schemas.microsoft.com/office/drawing/2014/main" id="{6DE7DC41-EA78-E0E3-F08A-59BC78D61A0B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8A86EFA-1A2B-C47F-F110-A68AF75D34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29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Image on the left 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245C-85B4-076E-253B-EF818910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439" y="1328605"/>
            <a:ext cx="6177708" cy="1326092"/>
          </a:xfrm>
        </p:spPr>
        <p:txBody>
          <a:bodyPr>
            <a:normAutofit/>
          </a:bodyPr>
          <a:lstStyle>
            <a:lvl1pPr>
              <a:defRPr sz="4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7DB3F2DE-B5A5-EA34-853B-B9963585B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5440" y="2825176"/>
            <a:ext cx="6207553" cy="1524208"/>
          </a:xfrm>
        </p:spPr>
        <p:txBody>
          <a:bodyPr/>
          <a:lstStyle>
            <a:lvl1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21" name="圖片版面配置區 2">
            <a:extLst>
              <a:ext uri="{FF2B5EF4-FFF2-40B4-BE49-F238E27FC236}">
                <a16:creationId xmlns:a16="http://schemas.microsoft.com/office/drawing/2014/main" id="{678A1210-F9D5-FBC9-86F6-B4668B17D14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1"/>
            <a:ext cx="4344563" cy="6857999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133" b="1" i="0">
                <a:latin typeface="Century Gothic" panose="020B0502020202020204" pitchFamily="34" charset="0"/>
              </a:defRPr>
            </a:lvl1pPr>
            <a:lvl2pPr marL="304784" indent="0">
              <a:buNone/>
              <a:defRPr sz="1867"/>
            </a:lvl2pPr>
            <a:lvl3pPr marL="609570" indent="0">
              <a:buNone/>
              <a:defRPr sz="1600"/>
            </a:lvl3pPr>
            <a:lvl4pPr marL="914354" indent="0">
              <a:buNone/>
              <a:defRPr sz="1333"/>
            </a:lvl4pPr>
            <a:lvl5pPr marL="1219139" indent="0">
              <a:buNone/>
              <a:defRPr sz="1333"/>
            </a:lvl5pPr>
            <a:lvl6pPr marL="1523923" indent="0">
              <a:buNone/>
              <a:defRPr sz="1333"/>
            </a:lvl6pPr>
            <a:lvl7pPr marL="1828709" indent="0">
              <a:buNone/>
              <a:defRPr sz="1333"/>
            </a:lvl7pPr>
            <a:lvl8pPr marL="2133493" indent="0">
              <a:buNone/>
              <a:defRPr sz="1333"/>
            </a:lvl8pPr>
            <a:lvl9pPr marL="2438278" indent="0">
              <a:buNone/>
              <a:defRPr sz="1333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pic>
        <p:nvPicPr>
          <p:cNvPr id="9" name="圖片 10">
            <a:extLst>
              <a:ext uri="{FF2B5EF4-FFF2-40B4-BE49-F238E27FC236}">
                <a16:creationId xmlns:a16="http://schemas.microsoft.com/office/drawing/2014/main" id="{CF3A049C-7E9F-2F70-2977-EEA67C4D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94" y="6597042"/>
            <a:ext cx="2550736" cy="173816"/>
          </a:xfrm>
          <a:prstGeom prst="rect">
            <a:avLst/>
          </a:prstGeom>
        </p:spPr>
      </p:pic>
      <p:sp>
        <p:nvSpPr>
          <p:cNvPr id="12" name="文字方塊 8">
            <a:extLst>
              <a:ext uri="{FF2B5EF4-FFF2-40B4-BE49-F238E27FC236}">
                <a16:creationId xmlns:a16="http://schemas.microsoft.com/office/drawing/2014/main" id="{77611B41-B2A4-AE9C-66AA-33571388A434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6" name="文字方塊 7">
            <a:extLst>
              <a:ext uri="{FF2B5EF4-FFF2-40B4-BE49-F238E27FC236}">
                <a16:creationId xmlns:a16="http://schemas.microsoft.com/office/drawing/2014/main" id="{C8F08E34-C50D-E266-3B55-9D88CE39C206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bg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bg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bg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80F2553-509A-9E47-AC84-3EFD55A54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4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TERNATE DARK BG">
    <p:bg>
      <p:bgPr>
        <a:gradFill flip="none" rotWithShape="1">
          <a:gsLst>
            <a:gs pos="86000">
              <a:srgbClr val="052249"/>
            </a:gs>
            <a:gs pos="50000">
              <a:schemeClr val="tx1">
                <a:lumMod val="95000"/>
                <a:lumOff val="5000"/>
              </a:schemeClr>
            </a:gs>
            <a:gs pos="100000">
              <a:schemeClr val="accent1">
                <a:lumMod val="55000"/>
              </a:schemeClr>
            </a:gs>
            <a:gs pos="0">
              <a:schemeClr val="accent4">
                <a:lumMod val="2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2C56744E-0341-4090-AA01-5A6276E2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6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DD75F45-BC2D-4EE6-894B-EC187223F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8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defRPr b="0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pic>
        <p:nvPicPr>
          <p:cNvPr id="17" name="圖片 10">
            <a:extLst>
              <a:ext uri="{FF2B5EF4-FFF2-40B4-BE49-F238E27FC236}">
                <a16:creationId xmlns:a16="http://schemas.microsoft.com/office/drawing/2014/main" id="{5B586E62-6D85-331A-7676-F353CE0345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94" y="6597042"/>
            <a:ext cx="2550736" cy="173816"/>
          </a:xfrm>
          <a:prstGeom prst="rect">
            <a:avLst/>
          </a:prstGeom>
        </p:spPr>
      </p:pic>
      <p:sp>
        <p:nvSpPr>
          <p:cNvPr id="19" name="文字方塊 8">
            <a:extLst>
              <a:ext uri="{FF2B5EF4-FFF2-40B4-BE49-F238E27FC236}">
                <a16:creationId xmlns:a16="http://schemas.microsoft.com/office/drawing/2014/main" id="{9F526745-7E6D-7FF2-5005-FF50621CE373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2" name="文字方塊 7">
            <a:extLst>
              <a:ext uri="{FF2B5EF4-FFF2-40B4-BE49-F238E27FC236}">
                <a16:creationId xmlns:a16="http://schemas.microsoft.com/office/drawing/2014/main" id="{8D0DDC60-CF11-DDF8-730C-0A12099F6479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 dirty="0">
                <a:solidFill>
                  <a:schemeClr val="bg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 dirty="0">
                <a:solidFill>
                  <a:schemeClr val="bg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 dirty="0">
                <a:solidFill>
                  <a:schemeClr val="bg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 dirty="0">
              <a:solidFill>
                <a:schemeClr val="bg1"/>
              </a:solidFill>
              <a:latin typeface="Century Gothic"/>
              <a:ea typeface="新細明體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B420525-2AA5-B045-B453-8DD505DE38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3859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pic>
        <p:nvPicPr>
          <p:cNvPr id="8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7A64DD36-A15A-39C3-C097-EBCA38CD3B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02A2828-B53F-86BB-31EA-F9A2797361A8}"/>
              </a:ext>
            </a:extLst>
          </p:cNvPr>
          <p:cNvSpPr txBox="1"/>
          <p:nvPr userDrawn="1"/>
        </p:nvSpPr>
        <p:spPr>
          <a:xfrm>
            <a:off x="9029312" y="6623050"/>
            <a:ext cx="3189059" cy="246221"/>
          </a:xfrm>
          <a:prstGeom prst="rect">
            <a:avLst/>
          </a:prstGeom>
          <a:gradFill>
            <a:gsLst>
              <a:gs pos="64000">
                <a:srgbClr val="2477E6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440000" scaled="0"/>
          </a:gra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Making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Partnership</a:t>
            </a:r>
            <a:r>
              <a:rPr lang="zh-TW" altLang="en-US" sz="1000">
                <a:solidFill>
                  <a:schemeClr val="bg1"/>
                </a:solidFill>
                <a:latin typeface="Century Gothic"/>
                <a:ea typeface="新細明體"/>
              </a:rPr>
              <a:t> </a:t>
            </a:r>
            <a:r>
              <a:rPr lang="en-US" altLang="en-US" sz="1000">
                <a:solidFill>
                  <a:schemeClr val="bg1"/>
                </a:solidFill>
                <a:latin typeface="Century Gothic"/>
                <a:ea typeface="新細明體"/>
              </a:rPr>
              <a:t>Work | </a:t>
            </a:r>
            <a:r>
              <a:rPr lang="zh-TW" sz="1000">
                <a:solidFill>
                  <a:schemeClr val="bg1"/>
                </a:solidFill>
                <a:latin typeface="Century Gothic"/>
                <a:ea typeface="新細明體"/>
              </a:rPr>
              <a:t>www.accton.com</a:t>
            </a:r>
          </a:p>
        </p:txBody>
      </p:sp>
      <p:sp>
        <p:nvSpPr>
          <p:cNvPr id="10" name="文字方塊 7">
            <a:extLst>
              <a:ext uri="{FF2B5EF4-FFF2-40B4-BE49-F238E27FC236}">
                <a16:creationId xmlns:a16="http://schemas.microsoft.com/office/drawing/2014/main" id="{EE7630C1-E70E-7F33-1DC9-C2ED6B7F303E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2BA99-4BC4-9D1F-25AE-CB654563C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1988432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9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D88DE732-82F9-8B75-6641-38E866003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23" y="6598026"/>
            <a:ext cx="605115" cy="17712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B8ECB94-1BEE-4E67-AFB4-BF4DCB108A20}"/>
              </a:ext>
            </a:extLst>
          </p:cNvPr>
          <p:cNvSpPr txBox="1"/>
          <p:nvPr userDrawn="1"/>
        </p:nvSpPr>
        <p:spPr>
          <a:xfrm>
            <a:off x="734354" y="6600029"/>
            <a:ext cx="39007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</a:rPr>
              <a:t>Copyright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新細明體"/>
                <a:cs typeface="+mn-lt"/>
              </a:rPr>
              <a:t> </a:t>
            </a:r>
            <a:r>
              <a:rPr 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©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202</a:t>
            </a:r>
            <a:r>
              <a:rPr lang="en-US" altLang="zh-TW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6</a:t>
            </a:r>
            <a:r>
              <a:rPr lang="zh-TW" altLang="en-US" sz="80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 Accton Technology Corporation. All rights reserved.</a:t>
            </a:r>
            <a:endParaRPr lang="zh-TW" altLang="en-US" sz="800">
              <a:solidFill>
                <a:schemeClr val="tx1"/>
              </a:solidFill>
              <a:latin typeface="Century Gothic"/>
              <a:ea typeface="新細明體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0B8CB-9802-8DAC-8409-FA8759686C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2337316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3E002BF-C106-6412-EB3E-3D80CA6142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513895"/>
            <a:ext cx="833120" cy="365125"/>
          </a:xfrm>
        </p:spPr>
        <p:txBody>
          <a:bodyPr/>
          <a:lstStyle>
            <a:lvl1pPr algn="ctr">
              <a:defRPr sz="700" b="0" i="0">
                <a:latin typeface="+mn-lt"/>
              </a:defRPr>
            </a:lvl1pPr>
          </a:lstStyle>
          <a:p>
            <a:fld id="{5B0A2E34-17E6-46B6-A0CD-23734D57E7FF}" type="slidenum">
              <a:rPr lang="zh-TW" altLang="en-US" smtClean="0"/>
              <a:pPr/>
              <a:t>‹#›</a:t>
            </a:fld>
            <a:endParaRPr lang="zh-TW" altLang="en-US" sz="700"/>
          </a:p>
        </p:txBody>
      </p:sp>
    </p:spTree>
    <p:extLst>
      <p:ext uri="{BB962C8B-B14F-4D97-AF65-F5344CB8AC3E}">
        <p14:creationId xmlns:p14="http://schemas.microsoft.com/office/powerpoint/2010/main" val="138159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9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2EB53A-84D4-499A-8A08-3C12984FA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6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D7DFDD-E5A1-478B-9C1A-2612F4823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1A8C0E-E6F3-41CB-80AF-533E74F38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9275EF9D-446A-4BA9-9A8F-8795C824CFA3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F88FA5-B9C0-44BE-AB9B-2B89CC464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05A16C-E1DF-6D1D-1006-ADA302199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4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i="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06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80" r:id="rId15"/>
    <p:sldLayoutId id="2147483682" r:id="rId16"/>
    <p:sldLayoutId id="2147483681" r:id="rId17"/>
  </p:sldLayoutIdLst>
  <p:txStyles>
    <p:titleStyle>
      <a:lvl1pPr algn="l" defTabSz="609570" rtl="0" eaLnBrk="1" latinLnBrk="0" hangingPunct="1">
        <a:lnSpc>
          <a:spcPct val="90000"/>
        </a:lnSpc>
        <a:spcBef>
          <a:spcPct val="0"/>
        </a:spcBef>
        <a:buNone/>
        <a:defRPr sz="2933" b="0" i="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152392" indent="-152392" algn="l" defTabSz="6095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457177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761962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3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066747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371531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676317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101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886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670" indent="-152392" algn="l" defTabSz="60957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84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70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54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139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923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709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493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278" algn="l" defTabSz="60957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ic"/>
          <p:cNvSpPr txBox="1"/>
          <p:nvPr/>
        </p:nvSpPr>
        <p:spPr>
          <a:xfrm>
            <a:off x="6096000" y="3438026"/>
            <a:ext cx="5990512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333333"/>
                </a:solidFill>
                <a:latin typeface="+mj-lt"/>
                <a:ea typeface="Raleway"/>
                <a:cs typeface="Raleway"/>
              </a:rPr>
              <a:t>Weekly report 1/26-1/30</a:t>
            </a:r>
          </a:p>
        </p:txBody>
      </p:sp>
      <p:sp>
        <p:nvSpPr>
          <p:cNvPr id="5" name="speaker_name"/>
          <p:cNvSpPr txBox="1"/>
          <p:nvPr/>
        </p:nvSpPr>
        <p:spPr>
          <a:xfrm>
            <a:off x="6107575" y="4189839"/>
            <a:ext cx="4955538" cy="310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200" dirty="0">
                <a:solidFill>
                  <a:srgbClr val="333333"/>
                </a:solidFill>
                <a:cs typeface="Raleway"/>
                <a:sym typeface="Raleway"/>
              </a:rPr>
              <a:t>Angel10_tseng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79527B-BD77-5491-1EE4-572C6492C660}"/>
              </a:ext>
            </a:extLst>
          </p:cNvPr>
          <p:cNvCxnSpPr/>
          <p:nvPr/>
        </p:nvCxnSpPr>
        <p:spPr>
          <a:xfrm>
            <a:off x="6107906" y="4120391"/>
            <a:ext cx="6089460" cy="11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圖片 1" descr="一張含有 字型, 圖形, 標誌, 平面設計 的圖片&#10;&#10;AI 產生的內容可能不正確。">
            <a:extLst>
              <a:ext uri="{FF2B5EF4-FFF2-40B4-BE49-F238E27FC236}">
                <a16:creationId xmlns:a16="http://schemas.microsoft.com/office/drawing/2014/main" id="{D476956D-3956-4FDC-EEBA-05564D1031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4706" y="2321659"/>
            <a:ext cx="3695700" cy="12383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7860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A2A8-77D3-A147-C955-456DBE8B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utline">
            <a:extLst>
              <a:ext uri="{FF2B5EF4-FFF2-40B4-BE49-F238E27FC236}">
                <a16:creationId xmlns:a16="http://schemas.microsoft.com/office/drawing/2014/main" id="{85992AB4-8401-8D88-2965-8F05DE8EEF17}"/>
              </a:ext>
            </a:extLst>
          </p:cNvPr>
          <p:cNvSpPr txBox="1"/>
          <p:nvPr/>
        </p:nvSpPr>
        <p:spPr>
          <a:xfrm>
            <a:off x="827661" y="508848"/>
            <a:ext cx="5549900" cy="62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4"/>
              </a:lnSpc>
              <a:spcBef>
                <a:spcPct val="0"/>
              </a:spcBef>
            </a:pPr>
            <a:r>
              <a:rPr lang="en-US" altLang="zh-TW" sz="4000" b="1" dirty="0">
                <a:solidFill>
                  <a:srgbClr val="0057CC"/>
                </a:solidFill>
                <a:ea typeface="新細明體"/>
              </a:rPr>
              <a:t>Agenda</a:t>
            </a:r>
            <a:endParaRPr lang="zh-TW" altLang="zh-TW" sz="4000" b="1" dirty="0">
              <a:solidFill>
                <a:srgbClr val="0057CC"/>
              </a:solidFill>
              <a:ea typeface="新細明體"/>
            </a:endParaRPr>
          </a:p>
        </p:txBody>
      </p:sp>
      <p:sp>
        <p:nvSpPr>
          <p:cNvPr id="5" name="agenda_2">
            <a:extLst>
              <a:ext uri="{FF2B5EF4-FFF2-40B4-BE49-F238E27FC236}">
                <a16:creationId xmlns:a16="http://schemas.microsoft.com/office/drawing/2014/main" id="{292A117A-77C0-6FA3-AD58-40B8E76EACD5}"/>
              </a:ext>
            </a:extLst>
          </p:cNvPr>
          <p:cNvSpPr txBox="1"/>
          <p:nvPr/>
        </p:nvSpPr>
        <p:spPr>
          <a:xfrm>
            <a:off x="749434" y="2927629"/>
            <a:ext cx="4222085" cy="26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zh-TW" altLang="en-US" sz="2000" b="1" dirty="0">
                <a:solidFill>
                  <a:srgbClr val="333333"/>
                </a:solidFill>
              </a:rPr>
              <a:t>各項事務</a:t>
            </a:r>
            <a:r>
              <a:rPr lang="en-US" altLang="zh-TW" sz="2000" b="1" dirty="0">
                <a:solidFill>
                  <a:srgbClr val="333333"/>
                </a:solidFill>
              </a:rPr>
              <a:t>SOP </a:t>
            </a:r>
            <a:r>
              <a:rPr lang="zh-TW" altLang="en-US" sz="2000" b="1" dirty="0">
                <a:solidFill>
                  <a:srgbClr val="333333"/>
                </a:solidFill>
              </a:rPr>
              <a:t>公司版</a:t>
            </a:r>
            <a:endParaRPr lang="zh-TW" altLang="en-US" sz="2000" b="1" dirty="0"/>
          </a:p>
        </p:txBody>
      </p:sp>
      <p:sp>
        <p:nvSpPr>
          <p:cNvPr id="12" name="agenda_3">
            <a:extLst>
              <a:ext uri="{FF2B5EF4-FFF2-40B4-BE49-F238E27FC236}">
                <a16:creationId xmlns:a16="http://schemas.microsoft.com/office/drawing/2014/main" id="{DAAAE8F8-135A-8D23-0300-5150BF3E831D}"/>
              </a:ext>
            </a:extLst>
          </p:cNvPr>
          <p:cNvSpPr txBox="1"/>
          <p:nvPr/>
        </p:nvSpPr>
        <p:spPr>
          <a:xfrm>
            <a:off x="749434" y="3895847"/>
            <a:ext cx="4222085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altLang="zh-TW" sz="2000" b="1" dirty="0"/>
              <a:t>Keep learning Basic electronic</a:t>
            </a:r>
            <a:endParaRPr lang="zh-TW" altLang="en-US" sz="2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6290DB-43CB-FE8A-8518-6250055F6B9F}"/>
              </a:ext>
            </a:extLst>
          </p:cNvPr>
          <p:cNvCxnSpPr>
            <a:cxnSpLocks/>
          </p:cNvCxnSpPr>
          <p:nvPr/>
        </p:nvCxnSpPr>
        <p:spPr>
          <a:xfrm>
            <a:off x="487847" y="0"/>
            <a:ext cx="0" cy="6431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9038E44-4AC1-2EC9-B5C9-B4DCF53DDA30}"/>
              </a:ext>
            </a:extLst>
          </p:cNvPr>
          <p:cNvSpPr/>
          <p:nvPr/>
        </p:nvSpPr>
        <p:spPr>
          <a:xfrm>
            <a:off x="456452" y="2991415"/>
            <a:ext cx="62790" cy="6279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10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4C6816-4C14-FD20-B1C1-044570E23A61}"/>
              </a:ext>
            </a:extLst>
          </p:cNvPr>
          <p:cNvSpPr/>
          <p:nvPr/>
        </p:nvSpPr>
        <p:spPr>
          <a:xfrm>
            <a:off x="456452" y="3966140"/>
            <a:ext cx="62790" cy="6279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10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2D95BC-70AF-23CB-4E0A-624D89F61B01}"/>
              </a:ext>
            </a:extLst>
          </p:cNvPr>
          <p:cNvSpPr/>
          <p:nvPr/>
        </p:nvSpPr>
        <p:spPr>
          <a:xfrm>
            <a:off x="456452" y="4940865"/>
            <a:ext cx="62790" cy="6279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10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49CC2A-5EA0-5FE6-20FC-FCCF9DF7AFFD}"/>
              </a:ext>
            </a:extLst>
          </p:cNvPr>
          <p:cNvSpPr/>
          <p:nvPr/>
        </p:nvSpPr>
        <p:spPr>
          <a:xfrm>
            <a:off x="456452" y="5902890"/>
            <a:ext cx="62790" cy="6279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1000"/>
          </a:p>
        </p:txBody>
      </p:sp>
      <p:sp>
        <p:nvSpPr>
          <p:cNvPr id="4" name="Oval 14">
            <a:extLst>
              <a:ext uri="{FF2B5EF4-FFF2-40B4-BE49-F238E27FC236}">
                <a16:creationId xmlns:a16="http://schemas.microsoft.com/office/drawing/2014/main" id="{73DC8350-BA68-615C-5BA2-9DDFCA206846}"/>
              </a:ext>
            </a:extLst>
          </p:cNvPr>
          <p:cNvSpPr/>
          <p:nvPr/>
        </p:nvSpPr>
        <p:spPr>
          <a:xfrm>
            <a:off x="456452" y="1889690"/>
            <a:ext cx="62790" cy="6279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agenda_1">
            <a:extLst>
              <a:ext uri="{FF2B5EF4-FFF2-40B4-BE49-F238E27FC236}">
                <a16:creationId xmlns:a16="http://schemas.microsoft.com/office/drawing/2014/main" id="{68610102-6F36-9248-0F7D-1281388D37F6}"/>
              </a:ext>
            </a:extLst>
          </p:cNvPr>
          <p:cNvSpPr txBox="1"/>
          <p:nvPr/>
        </p:nvSpPr>
        <p:spPr>
          <a:xfrm>
            <a:off x="795371" y="1859415"/>
            <a:ext cx="5614481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altLang="zh-TW" sz="2000" b="1" dirty="0">
                <a:solidFill>
                  <a:srgbClr val="333333"/>
                </a:solidFill>
              </a:rPr>
              <a:t>PR/PO </a:t>
            </a:r>
            <a:r>
              <a:rPr lang="zh-TW" altLang="en-US" sz="2000" b="1" dirty="0">
                <a:solidFill>
                  <a:srgbClr val="333333"/>
                </a:solidFill>
              </a:rPr>
              <a:t>流程</a:t>
            </a:r>
            <a:r>
              <a:rPr lang="en-US" altLang="zh-TW" sz="2000" b="1" dirty="0">
                <a:solidFill>
                  <a:srgbClr val="333333"/>
                </a:solidFill>
              </a:rPr>
              <a:t>, </a:t>
            </a:r>
            <a:r>
              <a:rPr lang="en-US" altLang="zh-TW" sz="2000" b="1" dirty="0"/>
              <a:t>Susan</a:t>
            </a:r>
            <a:r>
              <a:rPr lang="zh-TW" altLang="en-US" sz="2000" b="1" dirty="0"/>
              <a:t>交辦事項</a:t>
            </a:r>
            <a:r>
              <a:rPr lang="en-US" altLang="zh-TW" sz="2000" b="1" dirty="0"/>
              <a:t>, Ben </a:t>
            </a:r>
            <a:r>
              <a:rPr lang="zh-TW" altLang="en-US" sz="2000" b="1" dirty="0"/>
              <a:t>交辦事項</a:t>
            </a:r>
            <a:endParaRPr lang="en-US" altLang="zh-TW" sz="2000" b="1" dirty="0"/>
          </a:p>
        </p:txBody>
      </p:sp>
      <p:sp>
        <p:nvSpPr>
          <p:cNvPr id="10" name="agenda_4">
            <a:extLst>
              <a:ext uri="{FF2B5EF4-FFF2-40B4-BE49-F238E27FC236}">
                <a16:creationId xmlns:a16="http://schemas.microsoft.com/office/drawing/2014/main" id="{252B7D84-D8E4-9613-B2D0-D9A25C5FEA0E}"/>
              </a:ext>
            </a:extLst>
          </p:cNvPr>
          <p:cNvSpPr txBox="1"/>
          <p:nvPr/>
        </p:nvSpPr>
        <p:spPr>
          <a:xfrm>
            <a:off x="749433" y="4857973"/>
            <a:ext cx="4222085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altLang="zh-TW" sz="2000" b="1" dirty="0"/>
              <a:t>Weekly global news summary</a:t>
            </a:r>
            <a:endParaRPr lang="zh-TW" altLang="en-US" sz="2000" b="1" dirty="0"/>
          </a:p>
        </p:txBody>
      </p:sp>
      <p:sp>
        <p:nvSpPr>
          <p:cNvPr id="11" name="agenda_5">
            <a:extLst>
              <a:ext uri="{FF2B5EF4-FFF2-40B4-BE49-F238E27FC236}">
                <a16:creationId xmlns:a16="http://schemas.microsoft.com/office/drawing/2014/main" id="{5AD260E8-5855-8F8A-6A3F-C82E8883FC1D}"/>
              </a:ext>
            </a:extLst>
          </p:cNvPr>
          <p:cNvSpPr txBox="1"/>
          <p:nvPr/>
        </p:nvSpPr>
        <p:spPr>
          <a:xfrm>
            <a:off x="749432" y="5806045"/>
            <a:ext cx="4222085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altLang="zh-TW" sz="2000" b="1" dirty="0"/>
              <a:t>Generate PPT by AI tools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69260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_name"/>
          <p:cNvSpPr txBox="1"/>
          <p:nvPr/>
        </p:nvSpPr>
        <p:spPr>
          <a:xfrm>
            <a:off x="1512200" y="2817166"/>
            <a:ext cx="9385300" cy="61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600" b="1" spc="-100" dirty="0">
                <a:solidFill>
                  <a:schemeClr val="bg1"/>
                </a:solidFill>
                <a:ea typeface="ITC Avant Garde Gothic"/>
                <a:cs typeface="ITC Avant Garde Gothic"/>
                <a:sym typeface="ITC Avant Garde Gothic"/>
              </a:rPr>
              <a:t>What is inside a PCB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_1"/>
          <p:cNvSpPr txBox="1"/>
          <p:nvPr/>
        </p:nvSpPr>
        <p:spPr>
          <a:xfrm>
            <a:off x="550332" y="2768762"/>
            <a:ext cx="3415085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1800" b="1" dirty="0"/>
              <a:t>What it does: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Limits current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Drops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Protects components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r>
              <a:rPr lang="en-US" altLang="zh-TW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*Without a resistor, many components would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burn</a:t>
            </a:r>
            <a:r>
              <a:rPr lang="en-US" altLang="zh-TW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" name="item_1"/>
          <p:cNvSpPr txBox="1"/>
          <p:nvPr/>
        </p:nvSpPr>
        <p:spPr>
          <a:xfrm>
            <a:off x="550333" y="1978087"/>
            <a:ext cx="2673350" cy="27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05"/>
              </a:lnSpc>
              <a:spcBef>
                <a:spcPct val="0"/>
              </a:spcBef>
            </a:pPr>
            <a:r>
              <a:rPr lang="en-US" sz="1800" spc="-49" dirty="0">
                <a:solidFill>
                  <a:schemeClr val="accent2"/>
                </a:solidFill>
                <a:ea typeface="ITC Avant Garde Gothic"/>
                <a:cs typeface="ITC Avant Garde Gothic"/>
                <a:sym typeface="ITC Avant Garde Gothic"/>
              </a:rPr>
              <a:t>Resistor</a:t>
            </a:r>
          </a:p>
        </p:txBody>
      </p:sp>
      <p:sp>
        <p:nvSpPr>
          <p:cNvPr id="7" name="item_2"/>
          <p:cNvSpPr txBox="1"/>
          <p:nvPr/>
        </p:nvSpPr>
        <p:spPr>
          <a:xfrm>
            <a:off x="4462403" y="1982519"/>
            <a:ext cx="3450325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05"/>
              </a:lnSpc>
              <a:spcBef>
                <a:spcPct val="0"/>
              </a:spcBef>
            </a:pPr>
            <a:r>
              <a:rPr lang="en-US" sz="2000" spc="-49" dirty="0">
                <a:solidFill>
                  <a:srgbClr val="00B050"/>
                </a:solidFill>
                <a:ea typeface="ITC Avant Garde Gothic"/>
                <a:cs typeface="ITC Avant Garde Gothic"/>
                <a:sym typeface="ITC Avant Garde Gothic"/>
              </a:rPr>
              <a:t>Capacitor</a:t>
            </a:r>
          </a:p>
        </p:txBody>
      </p:sp>
      <p:sp>
        <p:nvSpPr>
          <p:cNvPr id="9" name="content_3"/>
          <p:cNvSpPr txBox="1"/>
          <p:nvPr/>
        </p:nvSpPr>
        <p:spPr>
          <a:xfrm>
            <a:off x="8086713" y="2692562"/>
            <a:ext cx="2965321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1800" b="1" dirty="0"/>
              <a:t>What it does: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Lights up when current flows in one direction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r>
              <a:rPr lang="en-US" altLang="zh-TW" sz="1800" b="1" dirty="0"/>
              <a:t>Important rules: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Has polarity (+ and −)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Always needs a </a:t>
            </a:r>
            <a:r>
              <a:rPr lang="en-US" altLang="zh-TW" sz="1800" b="1" dirty="0"/>
              <a:t>resistor</a:t>
            </a:r>
            <a:endParaRPr lang="en-US" altLang="zh-TW" sz="1800" dirty="0"/>
          </a:p>
        </p:txBody>
      </p:sp>
      <p:sp>
        <p:nvSpPr>
          <p:cNvPr id="10" name="item_3"/>
          <p:cNvSpPr txBox="1"/>
          <p:nvPr/>
        </p:nvSpPr>
        <p:spPr>
          <a:xfrm>
            <a:off x="8150087" y="1978087"/>
            <a:ext cx="3518942" cy="272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05"/>
              </a:lnSpc>
              <a:spcBef>
                <a:spcPct val="0"/>
              </a:spcBef>
            </a:pPr>
            <a:r>
              <a:rPr lang="en-US" sz="1800" spc="-49" dirty="0">
                <a:gradFill>
                  <a:gsLst>
                    <a:gs pos="0">
                      <a:srgbClr val="FF0000"/>
                    </a:gs>
                    <a:gs pos="20000">
                      <a:schemeClr val="accent2"/>
                    </a:gs>
                    <a:gs pos="39000">
                      <a:srgbClr val="FFBE00"/>
                    </a:gs>
                    <a:gs pos="100000">
                      <a:srgbClr val="7030A0"/>
                    </a:gs>
                    <a:gs pos="79000">
                      <a:schemeClr val="accent1"/>
                    </a:gs>
                    <a:gs pos="59000">
                      <a:schemeClr val="accent4">
                        <a:lumMod val="50000"/>
                      </a:schemeClr>
                    </a:gs>
                  </a:gsLst>
                  <a:lin ang="2700000" scaled="0"/>
                </a:gradFill>
                <a:ea typeface="ITC Avant Garde Gothic"/>
                <a:cs typeface="ITC Avant Garde Gothic"/>
                <a:sym typeface="ITC Avant Garde Gothic"/>
              </a:rPr>
              <a:t>LED Light Emitting Diode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550333" y="439737"/>
            <a:ext cx="7467600" cy="61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4"/>
              </a:lnSpc>
              <a:spcBef>
                <a:spcPct val="0"/>
              </a:spcBef>
            </a:pPr>
            <a:r>
              <a:rPr lang="en-US" altLang="zh-TW" sz="3600" b="1" dirty="0">
                <a:solidFill>
                  <a:srgbClr val="0070C0"/>
                </a:solidFill>
              </a:rPr>
              <a:t>The 3 most common components</a:t>
            </a:r>
            <a:endParaRPr lang="en-US" sz="3600" b="1" spc="-160" dirty="0">
              <a:solidFill>
                <a:srgbClr val="0070C0"/>
              </a:solidFill>
              <a:ea typeface="ITC Avant Garde Gothic"/>
              <a:cs typeface="ITC Avant Garde Gothic"/>
              <a:sym typeface="ITC Avant Garde Gothic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C89CC0-60C4-0CF7-9091-8064CC65DC88}"/>
              </a:ext>
            </a:extLst>
          </p:cNvPr>
          <p:cNvCxnSpPr>
            <a:cxnSpLocks/>
          </p:cNvCxnSpPr>
          <p:nvPr/>
        </p:nvCxnSpPr>
        <p:spPr>
          <a:xfrm flipV="1">
            <a:off x="0" y="2392230"/>
            <a:ext cx="12197554" cy="10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_2">
            <a:extLst>
              <a:ext uri="{FF2B5EF4-FFF2-40B4-BE49-F238E27FC236}">
                <a16:creationId xmlns:a16="http://schemas.microsoft.com/office/drawing/2014/main" id="{CDE7A42B-42D1-7C67-D891-4B400111A421}"/>
              </a:ext>
            </a:extLst>
          </p:cNvPr>
          <p:cNvSpPr txBox="1"/>
          <p:nvPr/>
        </p:nvSpPr>
        <p:spPr>
          <a:xfrm>
            <a:off x="4196779" y="2667221"/>
            <a:ext cx="296532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/>
              <a:t>What it does: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Stores a small amount of charge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Smooths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Blocks DC, passes AC (for now: “filters noise”)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r>
              <a:rPr lang="en-US" altLang="zh-TW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*A shock absorber for voltage</a:t>
            </a:r>
          </a:p>
        </p:txBody>
      </p:sp>
      <p:pic>
        <p:nvPicPr>
          <p:cNvPr id="13" name="img_1" descr="一張含有 電路, 電子工程, 電子元件, 電子產品 的圖片&#10;&#10;AI 產生的內容可能不正確。">
            <a:extLst>
              <a:ext uri="{FF2B5EF4-FFF2-40B4-BE49-F238E27FC236}">
                <a16:creationId xmlns:a16="http://schemas.microsoft.com/office/drawing/2014/main" id="{03D44CE2-5B8B-7A85-3909-B3454DD152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515" b="90900" l="7000" r="63846">
                        <a14:foregroundMark x1="63846" y1="49163" x2="63846" y2="49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96" t="16041" r="29284" b="17807"/>
          <a:stretch/>
        </p:blipFill>
        <p:spPr>
          <a:xfrm>
            <a:off x="1230119" y="1568247"/>
            <a:ext cx="1313777" cy="1092125"/>
          </a:xfrm>
          <a:prstGeom prst="rect">
            <a:avLst/>
          </a:prstGeom>
        </p:spPr>
      </p:pic>
      <p:pic>
        <p:nvPicPr>
          <p:cNvPr id="17" name="img_2" descr="一張含有 電子產品, 電路, 電子工程, 電子元件 的圖片&#10;&#10;AI 產生的內容可能不正確。">
            <a:extLst>
              <a:ext uri="{FF2B5EF4-FFF2-40B4-BE49-F238E27FC236}">
                <a16:creationId xmlns:a16="http://schemas.microsoft.com/office/drawing/2014/main" id="{C53E8262-2A18-FCE6-DE9B-D80B390647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16406" y1="22880" x2="59375" y2="15074"/>
                        <a14:backgroundMark x1="59375" y1="15074" x2="81641" y2="19381"/>
                        <a14:backgroundMark x1="46289" y1="21803" x2="63672" y2="19381"/>
                        <a14:backgroundMark x1="63672" y1="19381" x2="74121" y2="20188"/>
                        <a14:backgroundMark x1="40234" y1="21400" x2="54980" y2="36878"/>
                        <a14:backgroundMark x1="25977" y1="51279" x2="44238" y2="49664"/>
                        <a14:backgroundMark x1="61426" y1="53297" x2="69238" y2="520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633" t="21880" r="9274" b="52024"/>
          <a:stretch/>
        </p:blipFill>
        <p:spPr>
          <a:xfrm>
            <a:off x="5748949" y="1811824"/>
            <a:ext cx="1313777" cy="590989"/>
          </a:xfrm>
          <a:prstGeom prst="rect">
            <a:avLst/>
          </a:prstGeom>
        </p:spPr>
      </p:pic>
      <p:pic>
        <p:nvPicPr>
          <p:cNvPr id="19" name="img_3" descr="一張含有 電子工程, 電路元件, 被動元件, 二極體 的圖片&#10;&#10;AI 產生的內容可能不正確。">
            <a:extLst>
              <a:ext uri="{FF2B5EF4-FFF2-40B4-BE49-F238E27FC236}">
                <a16:creationId xmlns:a16="http://schemas.microsoft.com/office/drawing/2014/main" id="{DCF0867B-A194-2C68-0D50-449444AD46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1416" y1="81219" x2="53376" y2="80934"/>
                        <a14:foregroundMark x1="45359" y1="76654" x2="48523" y2="78599"/>
                        <a14:backgroundMark x1="25527" y1="43191" x2="28692" y2="76265"/>
                        <a14:backgroundMark x1="28692" y1="76265" x2="31224" y2="84825"/>
                        <a14:backgroundMark x1="52110" y1="34630" x2="87342" y2="26070"/>
                        <a14:backgroundMark x1="33122" y1="81323" x2="38608" y2="89883"/>
                        <a14:backgroundMark x1="52110" y1="92607" x2="56962" y2="90272"/>
                        <a14:backgroundMark x1="41561" y1="87549" x2="54852" y2="86381"/>
                        <a14:backgroundMark x1="41139" y1="84825" x2="42616" y2="85603"/>
                        <a14:backgroundMark x1="41561" y1="85603" x2="39451" y2="84825"/>
                        <a14:backgroundMark x1="40717" y1="84825" x2="41983" y2="867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159" t="25992" r="33945" b="464"/>
          <a:stretch/>
        </p:blipFill>
        <p:spPr>
          <a:xfrm>
            <a:off x="10733194" y="1714766"/>
            <a:ext cx="637679" cy="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32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 5">
            <a:extLst>
              <a:ext uri="{FF2B5EF4-FFF2-40B4-BE49-F238E27FC236}">
                <a16:creationId xmlns:a16="http://schemas.microsoft.com/office/drawing/2014/main" id="{FDE2B80F-91BE-7E10-703C-E8C18C0FA73F}"/>
              </a:ext>
            </a:extLst>
          </p:cNvPr>
          <p:cNvSpPr/>
          <p:nvPr/>
        </p:nvSpPr>
        <p:spPr>
          <a:xfrm>
            <a:off x="372111" y="1828800"/>
            <a:ext cx="3158317" cy="3358836"/>
          </a:xfrm>
          <a:prstGeom prst="roundRect">
            <a:avLst/>
          </a:prstGeom>
          <a:solidFill>
            <a:srgbClr val="0057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52B81EA-16EB-35E1-3E14-8FCBF5C9C797}"/>
              </a:ext>
            </a:extLst>
          </p:cNvPr>
          <p:cNvSpPr/>
          <p:nvPr/>
        </p:nvSpPr>
        <p:spPr>
          <a:xfrm>
            <a:off x="8017932" y="1822177"/>
            <a:ext cx="3623736" cy="3462328"/>
          </a:xfrm>
          <a:prstGeom prst="roundRect">
            <a:avLst/>
          </a:prstGeom>
          <a:solidFill>
            <a:srgbClr val="0057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04CE334-2EC0-EA03-722F-DFE88B63F953}"/>
              </a:ext>
            </a:extLst>
          </p:cNvPr>
          <p:cNvSpPr/>
          <p:nvPr/>
        </p:nvSpPr>
        <p:spPr>
          <a:xfrm>
            <a:off x="4049017" y="1822177"/>
            <a:ext cx="3432666" cy="3462328"/>
          </a:xfrm>
          <a:prstGeom prst="roundRect">
            <a:avLst/>
          </a:prstGeom>
          <a:solidFill>
            <a:srgbClr val="0057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content_1"/>
          <p:cNvSpPr txBox="1"/>
          <p:nvPr/>
        </p:nvSpPr>
        <p:spPr>
          <a:xfrm>
            <a:off x="611414" y="2583845"/>
            <a:ext cx="3415085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1800" b="1" dirty="0"/>
              <a:t>What it does: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Limits current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Drops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Protects components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r>
              <a:rPr lang="en-US" altLang="zh-TW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*Without a resistor, many components would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burn</a:t>
            </a:r>
            <a:r>
              <a:rPr lang="en-US" altLang="zh-TW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" name="item_1"/>
          <p:cNvSpPr txBox="1"/>
          <p:nvPr/>
        </p:nvSpPr>
        <p:spPr>
          <a:xfrm>
            <a:off x="656220" y="1960071"/>
            <a:ext cx="2495129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2000" b="1" spc="-49" dirty="0">
                <a:solidFill>
                  <a:schemeClr val="bg1"/>
                </a:solidFill>
                <a:ea typeface="ITC Avant Garde Gothic"/>
                <a:cs typeface="ITC Avant Garde Gothic"/>
                <a:sym typeface="ITC Avant Garde Gothic"/>
              </a:rPr>
              <a:t>Resistor</a:t>
            </a:r>
          </a:p>
        </p:txBody>
      </p:sp>
      <p:sp>
        <p:nvSpPr>
          <p:cNvPr id="7" name="item_2"/>
          <p:cNvSpPr txBox="1"/>
          <p:nvPr/>
        </p:nvSpPr>
        <p:spPr>
          <a:xfrm>
            <a:off x="4049017" y="2037076"/>
            <a:ext cx="3450325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2000" b="1" spc="-49" dirty="0">
                <a:solidFill>
                  <a:schemeClr val="bg1"/>
                </a:solidFill>
                <a:ea typeface="ITC Avant Garde Gothic"/>
                <a:cs typeface="ITC Avant Garde Gothic"/>
                <a:sym typeface="ITC Avant Garde Gothic"/>
              </a:rPr>
              <a:t>Capacitor</a:t>
            </a:r>
          </a:p>
        </p:txBody>
      </p:sp>
      <p:sp>
        <p:nvSpPr>
          <p:cNvPr id="9" name="content_3"/>
          <p:cNvSpPr txBox="1"/>
          <p:nvPr/>
        </p:nvSpPr>
        <p:spPr>
          <a:xfrm>
            <a:off x="8347139" y="2655023"/>
            <a:ext cx="2965321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1800" b="1" dirty="0"/>
              <a:t>What it does: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Lights up when current flows in one direction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r>
              <a:rPr lang="en-US" altLang="zh-TW" sz="1800" b="1" dirty="0"/>
              <a:t>Important rules: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Has polarity (+ and −)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Always needs a </a:t>
            </a:r>
            <a:r>
              <a:rPr lang="en-US" altLang="zh-TW" sz="1800" b="1" dirty="0"/>
              <a:t>resistor</a:t>
            </a:r>
            <a:endParaRPr lang="en-US" altLang="zh-TW" sz="1800" dirty="0"/>
          </a:p>
        </p:txBody>
      </p:sp>
      <p:sp>
        <p:nvSpPr>
          <p:cNvPr id="10" name="item_3"/>
          <p:cNvSpPr txBox="1"/>
          <p:nvPr/>
        </p:nvSpPr>
        <p:spPr>
          <a:xfrm>
            <a:off x="8035591" y="2037076"/>
            <a:ext cx="3518942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2000" b="1" spc="-49" dirty="0">
                <a:solidFill>
                  <a:schemeClr val="bg1"/>
                </a:solidFill>
                <a:ea typeface="ITC Avant Garde Gothic"/>
                <a:cs typeface="ITC Avant Garde Gothic"/>
                <a:sym typeface="ITC Avant Garde Gothic"/>
              </a:rPr>
              <a:t>LED Light Emitting Diode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402927" y="376363"/>
            <a:ext cx="7467600" cy="61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4"/>
              </a:lnSpc>
              <a:spcBef>
                <a:spcPct val="0"/>
              </a:spcBef>
            </a:pPr>
            <a:r>
              <a:rPr lang="en-US" altLang="zh-TW" sz="3600" b="1" dirty="0">
                <a:solidFill>
                  <a:srgbClr val="0070C0"/>
                </a:solidFill>
              </a:rPr>
              <a:t>The 3 most common components</a:t>
            </a:r>
            <a:endParaRPr lang="en-US" sz="3600" b="1" spc="-160" dirty="0">
              <a:solidFill>
                <a:srgbClr val="0070C0"/>
              </a:solidFill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CDE7A42B-42D1-7C67-D891-4B400111A421}"/>
              </a:ext>
            </a:extLst>
          </p:cNvPr>
          <p:cNvSpPr txBox="1"/>
          <p:nvPr/>
        </p:nvSpPr>
        <p:spPr>
          <a:xfrm>
            <a:off x="4294624" y="2546928"/>
            <a:ext cx="296532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/>
              <a:t>What it does: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Stores a small amount of charge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Smooths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Blocks DC, passes AC (for now: “filters noise”)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r>
              <a:rPr lang="en-US" altLang="zh-TW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*A shock absorber for voltage</a:t>
            </a:r>
          </a:p>
        </p:txBody>
      </p:sp>
    </p:spTree>
    <p:extLst>
      <p:ext uri="{BB962C8B-B14F-4D97-AF65-F5344CB8AC3E}">
        <p14:creationId xmlns:p14="http://schemas.microsoft.com/office/powerpoint/2010/main" val="2094690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剪去單一角落 3">
            <a:extLst>
              <a:ext uri="{FF2B5EF4-FFF2-40B4-BE49-F238E27FC236}">
                <a16:creationId xmlns:a16="http://schemas.microsoft.com/office/drawing/2014/main" id="{E25BC43C-499A-BD91-172C-099868A83C60}"/>
              </a:ext>
            </a:extLst>
          </p:cNvPr>
          <p:cNvSpPr/>
          <p:nvPr/>
        </p:nvSpPr>
        <p:spPr>
          <a:xfrm>
            <a:off x="-13977" y="226337"/>
            <a:ext cx="2865820" cy="606582"/>
          </a:xfrm>
          <a:prstGeom prst="snip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img_2" descr="一張含有 電路, 電子工程, 電子元件, 被動元件 的圖片&#10;&#10;AI 產生的內容可能不正確。">
            <a:extLst>
              <a:ext uri="{FF2B5EF4-FFF2-40B4-BE49-F238E27FC236}">
                <a16:creationId xmlns:a16="http://schemas.microsoft.com/office/drawing/2014/main" id="{3E638306-672D-2998-4DBD-DAC03FAC58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22" y="1524882"/>
            <a:ext cx="6109978" cy="4063654"/>
          </a:xfrm>
          <a:prstGeom prst="rect">
            <a:avLst/>
          </a:prstGeom>
        </p:spPr>
      </p:pic>
      <p:pic>
        <p:nvPicPr>
          <p:cNvPr id="5" name="img_1" descr="一張含有 電子產品, 電路, 電子元件, 電子工程 的圖片&#10;&#10;AI 產生的內容可能不正確。">
            <a:extLst>
              <a:ext uri="{FF2B5EF4-FFF2-40B4-BE49-F238E27FC236}">
                <a16:creationId xmlns:a16="http://schemas.microsoft.com/office/drawing/2014/main" id="{C7C502A6-DB2E-85BC-05C5-13B884C79C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78" y="1524537"/>
            <a:ext cx="6096000" cy="4063999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77158" y="318233"/>
            <a:ext cx="2476354" cy="450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altLang="zh-TW" sz="2800" b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Diode vs LED</a:t>
            </a:r>
            <a:endParaRPr lang="en-US" sz="2800" dirty="0">
              <a:solidFill>
                <a:schemeClr val="bg1"/>
              </a:solidFill>
              <a:latin typeface="+mj-lt"/>
              <a:ea typeface="Raleway"/>
              <a:cs typeface="Raleway"/>
              <a:sym typeface="Raleway"/>
            </a:endParaRPr>
          </a:p>
        </p:txBody>
      </p:sp>
      <p:sp>
        <p:nvSpPr>
          <p:cNvPr id="6" name="content_1"/>
          <p:cNvSpPr txBox="1"/>
          <p:nvPr/>
        </p:nvSpPr>
        <p:spPr>
          <a:xfrm>
            <a:off x="477158" y="2484787"/>
            <a:ext cx="4977565" cy="2960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000" b="1" kern="100" dirty="0">
                <a:effectLst/>
                <a:latin typeface="+mn-ea"/>
                <a:cs typeface="Times New Roman" panose="02020603050405020304" pitchFamily="18" charset="0"/>
              </a:rPr>
              <a:t>What it does: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Allows current to flow in </a:t>
            </a:r>
            <a:r>
              <a:rPr lang="en-US" altLang="zh-TW" sz="2000" b="1" kern="100" dirty="0">
                <a:effectLst/>
                <a:latin typeface="+mn-ea"/>
                <a:cs typeface="Times New Roman" panose="02020603050405020304" pitchFamily="18" charset="0"/>
              </a:rPr>
              <a:t>one direction only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Used for protection and rectification</a:t>
            </a:r>
            <a:endParaRPr lang="en-US" altLang="zh-TW" sz="2000" kern="1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000" b="1" kern="100" dirty="0">
                <a:effectLst/>
                <a:latin typeface="+mn-ea"/>
                <a:cs typeface="Times New Roman" panose="02020603050405020304" pitchFamily="18" charset="0"/>
              </a:rPr>
              <a:t>Beginner intuition: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A one-way door for electricity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content_2"/>
          <p:cNvSpPr txBox="1"/>
          <p:nvPr/>
        </p:nvSpPr>
        <p:spPr>
          <a:xfrm>
            <a:off x="6573158" y="1716115"/>
            <a:ext cx="6377306" cy="3729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zh-TW" altLang="zh-TW" sz="2800" b="1" kern="100" dirty="0">
              <a:solidFill>
                <a:schemeClr val="accent1">
                  <a:lumMod val="75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A diode that emits light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Needs </a:t>
            </a:r>
            <a:r>
              <a:rPr lang="en-US" altLang="zh-TW" sz="2000" b="1" kern="100" dirty="0">
                <a:effectLst/>
                <a:latin typeface="+mn-ea"/>
                <a:cs typeface="Times New Roman" panose="02020603050405020304" pitchFamily="18" charset="0"/>
              </a:rPr>
              <a:t>current limiting resistor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Has polarity: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Anode (+)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Cathode (−)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000" kern="100" dirty="0">
                <a:effectLst/>
                <a:latin typeface="+mn-ea"/>
                <a:cs typeface="Segoe UI Emoji" panose="020B0502040204020203" pitchFamily="34" charset="0"/>
              </a:rPr>
              <a:t>📌</a:t>
            </a: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 On real LEDs: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Long leg = +</a:t>
            </a:r>
            <a:r>
              <a:rPr lang="en-US" altLang="zh-TW" sz="2000" kern="100" dirty="0">
                <a:latin typeface="+mn-ea"/>
                <a:cs typeface="Times New Roman" panose="02020603050405020304" pitchFamily="18" charset="0"/>
              </a:rPr>
              <a:t> / </a:t>
            </a:r>
            <a:r>
              <a:rPr lang="en-US" altLang="zh-TW" sz="2000" kern="100" dirty="0">
                <a:effectLst/>
                <a:latin typeface="+mn-ea"/>
                <a:cs typeface="Times New Roman" panose="02020603050405020304" pitchFamily="18" charset="0"/>
              </a:rPr>
              <a:t>Flat side = −</a:t>
            </a:r>
            <a:endParaRPr lang="zh-TW" altLang="zh-TW" sz="20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title_content_1">
            <a:extLst>
              <a:ext uri="{FF2B5EF4-FFF2-40B4-BE49-F238E27FC236}">
                <a16:creationId xmlns:a16="http://schemas.microsoft.com/office/drawing/2014/main" id="{11C8E047-A886-27C0-80A3-69E4764A6283}"/>
              </a:ext>
            </a:extLst>
          </p:cNvPr>
          <p:cNvSpPr txBox="1"/>
          <p:nvPr/>
        </p:nvSpPr>
        <p:spPr>
          <a:xfrm>
            <a:off x="545240" y="1847273"/>
            <a:ext cx="2678251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chemeClr val="accent1">
                    <a:lumMod val="75000"/>
                  </a:schemeClr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Diode</a:t>
            </a:r>
            <a:endParaRPr lang="zh-TW" altLang="en-US" sz="2800" b="1" dirty="0" err="1">
              <a:solidFill>
                <a:schemeClr val="accent1">
                  <a:lumMod val="75000"/>
                </a:schemeClr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title_content_2">
            <a:extLst>
              <a:ext uri="{FF2B5EF4-FFF2-40B4-BE49-F238E27FC236}">
                <a16:creationId xmlns:a16="http://schemas.microsoft.com/office/drawing/2014/main" id="{5AE55579-6FD9-4B18-E13F-189CEEACD3FC}"/>
              </a:ext>
            </a:extLst>
          </p:cNvPr>
          <p:cNvSpPr txBox="1"/>
          <p:nvPr/>
        </p:nvSpPr>
        <p:spPr>
          <a:xfrm>
            <a:off x="6782210" y="1842655"/>
            <a:ext cx="2678251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chemeClr val="accent1">
                    <a:lumMod val="75000"/>
                  </a:schemeClr>
                </a:solidFill>
                <a:ea typeface="Open Sans Light" panose="020B0306030504020204" pitchFamily="34" charset="0"/>
                <a:cs typeface="Open Sans Light" panose="020B0306030504020204" pitchFamily="34" charset="0"/>
              </a:rPr>
              <a:t>LED</a:t>
            </a:r>
            <a:endParaRPr lang="zh-TW" altLang="en-US" sz="2800" b="1" dirty="0" err="1">
              <a:solidFill>
                <a:schemeClr val="accent1">
                  <a:lumMod val="75000"/>
                </a:schemeClr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397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>
            <a:extLst>
              <a:ext uri="{FF2B5EF4-FFF2-40B4-BE49-F238E27FC236}">
                <a16:creationId xmlns:a16="http://schemas.microsoft.com/office/drawing/2014/main" id="{B1D59E44-BE4B-9BAA-A248-D83C88DED7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0" y="0"/>
            <a:ext cx="12192000" cy="6513895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content_1">
            <a:extLst>
              <a:ext uri="{FF2B5EF4-FFF2-40B4-BE49-F238E27FC236}">
                <a16:creationId xmlns:a16="http://schemas.microsoft.com/office/drawing/2014/main" id="{58EB8098-3852-B862-A7EE-991C8530FC1B}"/>
              </a:ext>
            </a:extLst>
          </p:cNvPr>
          <p:cNvSpPr txBox="1"/>
          <p:nvPr/>
        </p:nvSpPr>
        <p:spPr>
          <a:xfrm>
            <a:off x="485870" y="774992"/>
            <a:ext cx="3226050" cy="334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What a switch really does</a:t>
            </a:r>
            <a:endParaRPr lang="zh-TW" altLang="zh-TW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It </a:t>
            </a:r>
            <a:r>
              <a:rPr lang="en-US" altLang="zh-TW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opens</a:t>
            </a:r>
            <a:r>
              <a:rPr lang="en-US" altLang="zh-TW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or </a:t>
            </a:r>
            <a:r>
              <a:rPr lang="en-US" altLang="zh-TW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closes</a:t>
            </a:r>
            <a:r>
              <a:rPr lang="en-US" altLang="zh-TW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 circuit</a:t>
            </a:r>
            <a:endParaRPr lang="zh-TW" altLang="zh-TW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No electricity flows if the circuit is open</a:t>
            </a:r>
            <a:endParaRPr lang="zh-TW" altLang="zh-TW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Simple switch symbol</a:t>
            </a:r>
            <a:endParaRPr lang="zh-TW" altLang="zh-TW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---o/ o---</a:t>
            </a:r>
            <a:endParaRPr lang="zh-TW" altLang="zh-TW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Important beginner idea</a:t>
            </a:r>
            <a:endParaRPr lang="zh-TW" altLang="zh-TW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Switches do NOT “push voltage”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— they only allow or block current</a:t>
            </a:r>
            <a:endParaRPr lang="zh-TW" altLang="zh-TW" sz="1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content_2">
            <a:extLst>
              <a:ext uri="{FF2B5EF4-FFF2-40B4-BE49-F238E27FC236}">
                <a16:creationId xmlns:a16="http://schemas.microsoft.com/office/drawing/2014/main" id="{064AE6A9-7FF9-3098-89AB-E407FCBFBA58}"/>
              </a:ext>
            </a:extLst>
          </p:cNvPr>
          <p:cNvSpPr txBox="1"/>
          <p:nvPr/>
        </p:nvSpPr>
        <p:spPr>
          <a:xfrm>
            <a:off x="7657784" y="2661365"/>
            <a:ext cx="4182701" cy="344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b="1" kern="100" dirty="0">
                <a:effectLst/>
                <a:latin typeface="Segoe UI Emoji" panose="020B0502040204020203" pitchFamily="34" charset="0"/>
                <a:ea typeface="新細明體" panose="02020500000000000000" pitchFamily="18" charset="-120"/>
                <a:cs typeface="Segoe UI Emoji" panose="020B0502040204020203" pitchFamily="34" charset="0"/>
              </a:rPr>
              <a:t>🔋</a:t>
            </a:r>
            <a:r>
              <a:rPr lang="en-US" altLang="zh-TW" sz="16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Battery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Fixed voltage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Limited current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Slowly drains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lang="en-US" altLang="zh-TW" sz="1600" b="1" kern="100" dirty="0">
                <a:effectLst/>
                <a:latin typeface="Segoe UI Emoji" panose="020B0502040204020203" pitchFamily="34" charset="0"/>
                <a:ea typeface="新細明體" panose="02020500000000000000" pitchFamily="18" charset="-120"/>
                <a:cs typeface="Segoe UI Emoji" panose="020B0502040204020203" pitchFamily="34" charset="0"/>
              </a:rPr>
              <a:t>🔌</a:t>
            </a:r>
            <a:r>
              <a:rPr lang="en-US" altLang="zh-TW" sz="16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Power supply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Stable voltage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Can supply more current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Used in labs and real products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r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zh-TW" sz="16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Reference voltage adjustment</a:t>
            </a:r>
            <a:endParaRPr lang="zh-TW" altLang="zh-TW" sz="16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title_content_1">
            <a:extLst>
              <a:ext uri="{FF2B5EF4-FFF2-40B4-BE49-F238E27FC236}">
                <a16:creationId xmlns:a16="http://schemas.microsoft.com/office/drawing/2014/main" id="{C503BB02-576A-449D-7E42-3B8EBFBB4FD7}"/>
              </a:ext>
            </a:extLst>
          </p:cNvPr>
          <p:cNvSpPr txBox="1"/>
          <p:nvPr/>
        </p:nvSpPr>
        <p:spPr>
          <a:xfrm>
            <a:off x="601824" y="339486"/>
            <a:ext cx="364123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Switches &amp; Buttons</a:t>
            </a:r>
            <a:endParaRPr lang="zh-TW" altLang="zh-TW" sz="20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title_content_2">
            <a:extLst>
              <a:ext uri="{FF2B5EF4-FFF2-40B4-BE49-F238E27FC236}">
                <a16:creationId xmlns:a16="http://schemas.microsoft.com/office/drawing/2014/main" id="{FCDBBDE1-7BE9-B5C5-C19C-5A5FF890AFE5}"/>
              </a:ext>
            </a:extLst>
          </p:cNvPr>
          <p:cNvSpPr txBox="1"/>
          <p:nvPr/>
        </p:nvSpPr>
        <p:spPr>
          <a:xfrm>
            <a:off x="8691419" y="2121761"/>
            <a:ext cx="3080186" cy="302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lang="en-US" altLang="zh-TW" sz="1800" b="1" kern="100" dirty="0">
                <a:solidFill>
                  <a:srgbClr val="0057CC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Batteries vs Power Supplies</a:t>
            </a:r>
            <a:endParaRPr lang="zh-TW" altLang="zh-TW" sz="1800" kern="100" dirty="0">
              <a:solidFill>
                <a:srgbClr val="0057CC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43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剪去同側角落 1">
            <a:extLst>
              <a:ext uri="{FF2B5EF4-FFF2-40B4-BE49-F238E27FC236}">
                <a16:creationId xmlns:a16="http://schemas.microsoft.com/office/drawing/2014/main" id="{B75BE523-0625-07DE-3900-9DA5D3F708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67512" y="-439268"/>
            <a:ext cx="630936" cy="1965960"/>
          </a:xfrm>
          <a:prstGeom prst="snip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title"/>
          <p:cNvSpPr txBox="1"/>
          <p:nvPr/>
        </p:nvSpPr>
        <p:spPr>
          <a:xfrm>
            <a:off x="376574" y="318233"/>
            <a:ext cx="1488802" cy="450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kumimoji="0" lang="en-US" altLang="zh-TW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Polarity</a:t>
            </a:r>
            <a:endParaRPr lang="en-US" sz="2800" dirty="0">
              <a:solidFill>
                <a:schemeClr val="bg1"/>
              </a:solidFill>
              <a:latin typeface="+mj-lt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4" name="sheet_1">
            <a:extLst>
              <a:ext uri="{FF2B5EF4-FFF2-40B4-BE49-F238E27FC236}">
                <a16:creationId xmlns:a16="http://schemas.microsoft.com/office/drawing/2014/main" id="{F76BEE3E-3E9C-8C85-1AF3-C8FC96E30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350972"/>
              </p:ext>
            </p:extLst>
          </p:nvPr>
        </p:nvGraphicFramePr>
        <p:xfrm>
          <a:off x="2439125" y="1351826"/>
          <a:ext cx="7057960" cy="4154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8980">
                  <a:extLst>
                    <a:ext uri="{9D8B030D-6E8A-4147-A177-3AD203B41FA5}">
                      <a16:colId xmlns:a16="http://schemas.microsoft.com/office/drawing/2014/main" val="3327352369"/>
                    </a:ext>
                  </a:extLst>
                </a:gridCol>
                <a:gridCol w="3528980">
                  <a:extLst>
                    <a:ext uri="{9D8B030D-6E8A-4147-A177-3AD203B41FA5}">
                      <a16:colId xmlns:a16="http://schemas.microsoft.com/office/drawing/2014/main" val="3328497609"/>
                    </a:ext>
                  </a:extLst>
                </a:gridCol>
              </a:tblGrid>
              <a:tr h="8259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Component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Has polarity?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8060310"/>
                  </a:ext>
                </a:extLst>
              </a:tr>
              <a:tr h="826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Resistor</a:t>
                      </a:r>
                      <a:endParaRPr lang="zh-TW" sz="20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❌</a:t>
                      </a:r>
                      <a:endParaRPr lang="zh-TW" sz="20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18126648"/>
                  </a:ext>
                </a:extLst>
              </a:tr>
              <a:tr h="847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Capacitor (electrolytic)</a:t>
                      </a:r>
                      <a:endParaRPr lang="zh-TW" sz="20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✅</a:t>
                      </a:r>
                      <a:endParaRPr lang="zh-TW" sz="20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5947392"/>
                  </a:ext>
                </a:extLst>
              </a:tr>
              <a:tr h="826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Diode / LED</a:t>
                      </a:r>
                      <a:endParaRPr lang="zh-TW" sz="20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✅</a:t>
                      </a:r>
                      <a:endParaRPr lang="zh-TW" sz="20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5566869"/>
                  </a:ext>
                </a:extLst>
              </a:tr>
              <a:tr h="826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Battery</a:t>
                      </a:r>
                      <a:endParaRPr lang="zh-TW" sz="20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✅</a:t>
                      </a:r>
                      <a:endParaRPr lang="zh-TW" sz="2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887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181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剪去同側角落 5">
            <a:extLst>
              <a:ext uri="{FF2B5EF4-FFF2-40B4-BE49-F238E27FC236}">
                <a16:creationId xmlns:a16="http://schemas.microsoft.com/office/drawing/2014/main" id="{7DD451AF-4BE3-F133-220D-15D8F4777B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803043" y="-1574799"/>
            <a:ext cx="630936" cy="4237022"/>
          </a:xfrm>
          <a:prstGeom prst="snip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D295F0A-4B33-7EE4-3A92-97EB6962CF5D}"/>
              </a:ext>
            </a:extLst>
          </p:cNvPr>
          <p:cNvSpPr txBox="1"/>
          <p:nvPr/>
        </p:nvSpPr>
        <p:spPr>
          <a:xfrm>
            <a:off x="276986" y="281007"/>
            <a:ext cx="4394602" cy="471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Decoupling capacitors</a:t>
            </a:r>
            <a:endParaRPr lang="zh-TW" altLang="zh-TW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B328E9C1-4D32-5B78-02D9-93DA0D3A1E85}"/>
              </a:ext>
            </a:extLst>
          </p:cNvPr>
          <p:cNvSpPr txBox="1"/>
          <p:nvPr/>
        </p:nvSpPr>
        <p:spPr>
          <a:xfrm>
            <a:off x="877355" y="1650275"/>
            <a:ext cx="5146217" cy="3557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Near every IC, Why?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ICs need stable voltage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Capacitors absorb noise and spikes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Beginner takeaway: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Capacitors are “local energy buffers”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13" name="img" descr="一張含有 電子產品, 電路, 電子元件, 電路元件 的圖片&#10;&#10;AI 產生的內容可能不正確。">
            <a:extLst>
              <a:ext uri="{FF2B5EF4-FFF2-40B4-BE49-F238E27FC236}">
                <a16:creationId xmlns:a16="http://schemas.microsoft.com/office/drawing/2014/main" id="{D05F9D7F-CA52-F6F8-435B-90A6E7480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202" y="1850356"/>
            <a:ext cx="4750963" cy="315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02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FF316DEE-5F98-8A4D-5297-D7B97B575D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95410"/>
            <a:ext cx="12192000" cy="345842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70ACC9C-8F3C-C68A-2380-41DF395E13D1}"/>
              </a:ext>
            </a:extLst>
          </p:cNvPr>
          <p:cNvSpPr/>
          <p:nvPr/>
        </p:nvSpPr>
        <p:spPr>
          <a:xfrm>
            <a:off x="1883121" y="2001320"/>
            <a:ext cx="8202440" cy="3458423"/>
          </a:xfrm>
          <a:prstGeom prst="rect">
            <a:avLst/>
          </a:prstGeom>
          <a:solidFill>
            <a:srgbClr val="0057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D295F0A-4B33-7EE4-3A92-97EB6962CF5D}"/>
              </a:ext>
            </a:extLst>
          </p:cNvPr>
          <p:cNvSpPr txBox="1"/>
          <p:nvPr/>
        </p:nvSpPr>
        <p:spPr>
          <a:xfrm>
            <a:off x="4016395" y="2153929"/>
            <a:ext cx="4394602" cy="471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8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Decoupling capacitors</a:t>
            </a:r>
            <a:endParaRPr lang="zh-TW" altLang="zh-TW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B328E9C1-4D32-5B78-02D9-93DA0D3A1E85}"/>
              </a:ext>
            </a:extLst>
          </p:cNvPr>
          <p:cNvSpPr txBox="1"/>
          <p:nvPr/>
        </p:nvSpPr>
        <p:spPr>
          <a:xfrm>
            <a:off x="3640587" y="3049544"/>
            <a:ext cx="5146217" cy="1975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Near every IC, Why?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ICs need stable voltage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Capacitors absorb noise and spikes</a:t>
            </a:r>
          </a:p>
        </p:txBody>
      </p:sp>
    </p:spTree>
    <p:extLst>
      <p:ext uri="{BB962C8B-B14F-4D97-AF65-F5344CB8AC3E}">
        <p14:creationId xmlns:p14="http://schemas.microsoft.com/office/powerpoint/2010/main" val="662838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0FEE1B6-AF0C-1685-2DCA-776DFBE8A6D5}"/>
              </a:ext>
            </a:extLst>
          </p:cNvPr>
          <p:cNvSpPr/>
          <p:nvPr/>
        </p:nvSpPr>
        <p:spPr>
          <a:xfrm rot="5400000">
            <a:off x="1333500" y="-1333500"/>
            <a:ext cx="3429000" cy="60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item_1">
            <a:extLst>
              <a:ext uri="{FF2B5EF4-FFF2-40B4-BE49-F238E27FC236}">
                <a16:creationId xmlns:a16="http://schemas.microsoft.com/office/drawing/2014/main" id="{949C462B-3A22-A901-1BCC-A4B09F2896E8}"/>
              </a:ext>
            </a:extLst>
          </p:cNvPr>
          <p:cNvSpPr txBox="1"/>
          <p:nvPr/>
        </p:nvSpPr>
        <p:spPr>
          <a:xfrm rot="5400000">
            <a:off x="-918524" y="1216275"/>
            <a:ext cx="2750848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Pull-up resistors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7" name="content_1">
            <a:extLst>
              <a:ext uri="{FF2B5EF4-FFF2-40B4-BE49-F238E27FC236}">
                <a16:creationId xmlns:a16="http://schemas.microsoft.com/office/drawing/2014/main" id="{9802D5D0-1B3D-B236-8BD0-B25B4E5C2545}"/>
              </a:ext>
            </a:extLst>
          </p:cNvPr>
          <p:cNvSpPr txBox="1"/>
          <p:nvPr/>
        </p:nvSpPr>
        <p:spPr>
          <a:xfrm>
            <a:off x="960687" y="276458"/>
            <a:ext cx="46315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When the switch/transistor is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open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fontAlgn="t"/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→ signal is pulled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HIGH</a:t>
            </a:r>
          </a:p>
          <a:p>
            <a:pPr fontAlgn="t"/>
            <a:endParaRPr lang="en-US" altLang="zh-TW" sz="20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When the switch/transistor is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closed to ground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fontAlgn="t"/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→ signal becomes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LOW</a:t>
            </a:r>
          </a:p>
          <a:p>
            <a:pPr fontAlgn="t"/>
            <a:endParaRPr lang="en-US" altLang="zh-TW" sz="20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The resistor limits current so you don’t short </a:t>
            </a:r>
            <a:r>
              <a:rPr lang="en-US" altLang="zh-TW" sz="20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Vcc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to ground.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E31E74-3A46-2CE5-2576-6F119566ED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7574402" y="1946893"/>
            <a:ext cx="3139397" cy="60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content_2">
            <a:extLst>
              <a:ext uri="{FF2B5EF4-FFF2-40B4-BE49-F238E27FC236}">
                <a16:creationId xmlns:a16="http://schemas.microsoft.com/office/drawing/2014/main" id="{F9DD23FF-FA3F-A947-3E52-C9177192BB28}"/>
              </a:ext>
            </a:extLst>
          </p:cNvPr>
          <p:cNvSpPr txBox="1"/>
          <p:nvPr/>
        </p:nvSpPr>
        <p:spPr>
          <a:xfrm>
            <a:off x="6787947" y="3713859"/>
            <a:ext cx="47123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Nothing driving the line</a:t>
            </a:r>
            <a:endParaRPr lang="en-US" altLang="zh-TW" sz="2000" dirty="0">
              <a:solidFill>
                <a:schemeClr val="bg1"/>
              </a:solidFill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resistor pulls signal </a:t>
            </a:r>
            <a:r>
              <a:rPr lang="en-US" altLang="zh-TW" sz="2000" b="1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LOW</a:t>
            </a: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solidFill>
                <a:schemeClr val="bg1"/>
              </a:solidFill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Switch or output drives to </a:t>
            </a:r>
            <a:r>
              <a:rPr lang="en-US" altLang="zh-TW" sz="2000" i="0" u="none" strike="noStrike" kern="120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Vcc</a:t>
            </a:r>
            <a:r>
              <a:rPr lang="en-US" altLang="zh-TW" sz="200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signal becomes </a:t>
            </a:r>
            <a:r>
              <a:rPr lang="en-US" altLang="zh-TW" sz="2000" b="1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HIGH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solidFill>
                <a:schemeClr val="bg1"/>
              </a:solidFill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The resistor limits current and prevents a short</a:t>
            </a:r>
            <a:endParaRPr lang="zh-TW" altLang="zh-TW" sz="2000" b="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item_2">
            <a:extLst>
              <a:ext uri="{FF2B5EF4-FFF2-40B4-BE49-F238E27FC236}">
                <a16:creationId xmlns:a16="http://schemas.microsoft.com/office/drawing/2014/main" id="{016973FF-9627-54C1-4BE8-E937D7FC5598}"/>
              </a:ext>
            </a:extLst>
          </p:cNvPr>
          <p:cNvSpPr txBox="1"/>
          <p:nvPr/>
        </p:nvSpPr>
        <p:spPr>
          <a:xfrm rot="5400000">
            <a:off x="10181411" y="4952352"/>
            <a:ext cx="3315198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Pull-down resistors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62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6901B21-A610-EA9F-68FC-A6B8DA7A753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0"/>
            <a:ext cx="0" cy="29027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005CD6B-493D-3C00-6CB1-CA0FB1F6442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3643956"/>
            <a:ext cx="0" cy="29027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577EF8D1-5014-8C39-64B5-318A687AEFA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3254904"/>
            <a:ext cx="310533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227D0D92-3FE4-7DE1-1A1F-558F96DAF4B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86661" y="3254904"/>
            <a:ext cx="310533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_1">
            <a:extLst>
              <a:ext uri="{FF2B5EF4-FFF2-40B4-BE49-F238E27FC236}">
                <a16:creationId xmlns:a16="http://schemas.microsoft.com/office/drawing/2014/main" id="{BB479FBF-DC86-C240-17B6-316ED10745F0}"/>
              </a:ext>
            </a:extLst>
          </p:cNvPr>
          <p:cNvSpPr txBox="1"/>
          <p:nvPr/>
        </p:nvSpPr>
        <p:spPr>
          <a:xfrm>
            <a:off x="1164882" y="336009"/>
            <a:ext cx="3508216" cy="2078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Power block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Regulator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Capacitors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Protection diode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58F6ED3F-4A5E-FBEE-C277-D02AE1DDBCDF}"/>
              </a:ext>
            </a:extLst>
          </p:cNvPr>
          <p:cNvSpPr txBox="1"/>
          <p:nvPr/>
        </p:nvSpPr>
        <p:spPr>
          <a:xfrm>
            <a:off x="7310673" y="288669"/>
            <a:ext cx="3487843" cy="2078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Input block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Connector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Resistor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Filter capacitor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2018948-F96E-14D4-6084-7EB021340CCE}"/>
              </a:ext>
            </a:extLst>
          </p:cNvPr>
          <p:cNvSpPr txBox="1"/>
          <p:nvPr/>
        </p:nvSpPr>
        <p:spPr>
          <a:xfrm>
            <a:off x="1164882" y="4095808"/>
            <a:ext cx="3419588" cy="1550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Processing block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IC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Supporting parts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7" name="content_4">
            <a:extLst>
              <a:ext uri="{FF2B5EF4-FFF2-40B4-BE49-F238E27FC236}">
                <a16:creationId xmlns:a16="http://schemas.microsoft.com/office/drawing/2014/main" id="{C475F367-E10B-C181-3221-132C497ADFB8}"/>
              </a:ext>
            </a:extLst>
          </p:cNvPr>
          <p:cNvSpPr txBox="1"/>
          <p:nvPr/>
        </p:nvSpPr>
        <p:spPr>
          <a:xfrm>
            <a:off x="7138657" y="4095808"/>
            <a:ext cx="4047535" cy="1550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Output block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Transistor / IC pin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sz="24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Load (LED, motor)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title"/>
          <p:cNvSpPr txBox="1"/>
          <p:nvPr/>
        </p:nvSpPr>
        <p:spPr>
          <a:xfrm>
            <a:off x="3218129" y="2902706"/>
            <a:ext cx="7467600" cy="63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4"/>
              </a:lnSpc>
              <a:spcBef>
                <a:spcPct val="0"/>
              </a:spcBef>
            </a:pPr>
            <a:r>
              <a:rPr lang="en-US" altLang="zh-TW" sz="3600" b="1" kern="100" dirty="0">
                <a:solidFill>
                  <a:srgbClr val="0057CC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Common schematic blocks</a:t>
            </a:r>
            <a:endParaRPr lang="en-US" sz="3600" spc="-160" dirty="0">
              <a:solidFill>
                <a:srgbClr val="0057CC"/>
              </a:solidFill>
              <a:ea typeface="ITC Avant Garde Gothic"/>
              <a:cs typeface="ITC Avant Garde Gothic"/>
              <a:sym typeface="ITC Avant Garde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82376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0FEE1B6-AF0C-1685-2DCA-776DFBE8A6D5}"/>
              </a:ext>
            </a:extLst>
          </p:cNvPr>
          <p:cNvSpPr/>
          <p:nvPr/>
        </p:nvSpPr>
        <p:spPr>
          <a:xfrm rot="5400000">
            <a:off x="1333500" y="-1333500"/>
            <a:ext cx="3429000" cy="60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item_1">
            <a:extLst>
              <a:ext uri="{FF2B5EF4-FFF2-40B4-BE49-F238E27FC236}">
                <a16:creationId xmlns:a16="http://schemas.microsoft.com/office/drawing/2014/main" id="{949C462B-3A22-A901-1BCC-A4B09F2896E8}"/>
              </a:ext>
            </a:extLst>
          </p:cNvPr>
          <p:cNvSpPr txBox="1"/>
          <p:nvPr/>
        </p:nvSpPr>
        <p:spPr>
          <a:xfrm rot="5400000">
            <a:off x="-918524" y="1216275"/>
            <a:ext cx="2750848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Pull-up resistors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7" name="content_1">
            <a:extLst>
              <a:ext uri="{FF2B5EF4-FFF2-40B4-BE49-F238E27FC236}">
                <a16:creationId xmlns:a16="http://schemas.microsoft.com/office/drawing/2014/main" id="{9802D5D0-1B3D-B236-8BD0-B25B4E5C2545}"/>
              </a:ext>
            </a:extLst>
          </p:cNvPr>
          <p:cNvSpPr txBox="1"/>
          <p:nvPr/>
        </p:nvSpPr>
        <p:spPr>
          <a:xfrm>
            <a:off x="960687" y="276458"/>
            <a:ext cx="46315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When the switch/transistor is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open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fontAlgn="t"/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→ signal is pulled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HIGH</a:t>
            </a:r>
          </a:p>
          <a:p>
            <a:pPr fontAlgn="t"/>
            <a:endParaRPr lang="en-US" altLang="zh-TW" sz="20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When the switch/transistor is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closed to ground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fontAlgn="t"/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→ signal becomes </a:t>
            </a:r>
            <a:r>
              <a:rPr lang="en-US" altLang="zh-TW" sz="20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LOW</a:t>
            </a:r>
          </a:p>
          <a:p>
            <a:pPr fontAlgn="t"/>
            <a:endParaRPr lang="en-US" altLang="zh-TW" sz="20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pPr fontAlgn="t"/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The resistor limits current so you don’t short </a:t>
            </a:r>
            <a:r>
              <a:rPr lang="en-US" altLang="zh-TW" sz="20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Vcc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to ground.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E31E74-3A46-2CE5-2576-6F119566ED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7574402" y="1946893"/>
            <a:ext cx="3139397" cy="60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content_2">
            <a:extLst>
              <a:ext uri="{FF2B5EF4-FFF2-40B4-BE49-F238E27FC236}">
                <a16:creationId xmlns:a16="http://schemas.microsoft.com/office/drawing/2014/main" id="{F9DD23FF-FA3F-A947-3E52-C9177192BB28}"/>
              </a:ext>
            </a:extLst>
          </p:cNvPr>
          <p:cNvSpPr txBox="1"/>
          <p:nvPr/>
        </p:nvSpPr>
        <p:spPr>
          <a:xfrm>
            <a:off x="6787947" y="3713859"/>
            <a:ext cx="47123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Nothing driving the line</a:t>
            </a:r>
            <a:endParaRPr lang="en-US" altLang="zh-TW" sz="2000" dirty="0">
              <a:solidFill>
                <a:schemeClr val="bg1"/>
              </a:solidFill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resistor pulls signal </a:t>
            </a:r>
            <a:r>
              <a:rPr lang="en-US" altLang="zh-TW" sz="2000" b="1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LOW</a:t>
            </a: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solidFill>
                <a:schemeClr val="bg1"/>
              </a:solidFill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Switch or output drives to </a:t>
            </a:r>
            <a:r>
              <a:rPr lang="en-US" altLang="zh-TW" sz="2000" i="0" u="none" strike="noStrike" kern="120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Vcc</a:t>
            </a:r>
            <a:r>
              <a:rPr lang="en-US" altLang="zh-TW" sz="200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signal becomes </a:t>
            </a:r>
            <a:r>
              <a:rPr lang="en-US" altLang="zh-TW" sz="2000" b="1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HIGH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solidFill>
                <a:schemeClr val="bg1"/>
              </a:solidFill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The resistor limits current and prevents a short</a:t>
            </a:r>
            <a:endParaRPr lang="zh-TW" altLang="zh-TW" sz="2000" b="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item_2">
            <a:extLst>
              <a:ext uri="{FF2B5EF4-FFF2-40B4-BE49-F238E27FC236}">
                <a16:creationId xmlns:a16="http://schemas.microsoft.com/office/drawing/2014/main" id="{016973FF-9627-54C1-4BE8-E937D7FC5598}"/>
              </a:ext>
            </a:extLst>
          </p:cNvPr>
          <p:cNvSpPr txBox="1"/>
          <p:nvPr/>
        </p:nvSpPr>
        <p:spPr>
          <a:xfrm rot="5400000">
            <a:off x="10181411" y="4952352"/>
            <a:ext cx="3315198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Pull-down resistors</a:t>
            </a:r>
            <a:endParaRPr lang="zh-TW" altLang="zh-TW" sz="24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item_3">
            <a:extLst>
              <a:ext uri="{FF2B5EF4-FFF2-40B4-BE49-F238E27FC236}">
                <a16:creationId xmlns:a16="http://schemas.microsoft.com/office/drawing/2014/main" id="{87098DF4-AEB0-E51E-8CE5-150725A1E6BE}"/>
              </a:ext>
            </a:extLst>
          </p:cNvPr>
          <p:cNvSpPr txBox="1"/>
          <p:nvPr/>
        </p:nvSpPr>
        <p:spPr>
          <a:xfrm rot="5400000">
            <a:off x="4856543" y="1498450"/>
            <a:ext cx="3315198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solidFill>
                  <a:srgbClr val="0057CC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Pull-down resistors</a:t>
            </a:r>
            <a:endParaRPr lang="zh-TW" altLang="zh-TW" sz="2400" kern="100" dirty="0">
              <a:solidFill>
                <a:srgbClr val="0057CC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item_4">
            <a:extLst>
              <a:ext uri="{FF2B5EF4-FFF2-40B4-BE49-F238E27FC236}">
                <a16:creationId xmlns:a16="http://schemas.microsoft.com/office/drawing/2014/main" id="{D00502AE-5D28-D295-2F3B-906CA474CD34}"/>
              </a:ext>
            </a:extLst>
          </p:cNvPr>
          <p:cNvSpPr txBox="1"/>
          <p:nvPr/>
        </p:nvSpPr>
        <p:spPr>
          <a:xfrm rot="5400000">
            <a:off x="3888678" y="4952352"/>
            <a:ext cx="3315198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400" b="1" kern="100" dirty="0">
                <a:solidFill>
                  <a:srgbClr val="0057CC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Pull-down resistors</a:t>
            </a:r>
            <a:endParaRPr lang="zh-TW" altLang="zh-TW" sz="2400" kern="100" dirty="0">
              <a:solidFill>
                <a:srgbClr val="0057CC"/>
              </a:solidFill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content_3">
            <a:extLst>
              <a:ext uri="{FF2B5EF4-FFF2-40B4-BE49-F238E27FC236}">
                <a16:creationId xmlns:a16="http://schemas.microsoft.com/office/drawing/2014/main" id="{AE85FD25-4ED3-9CE2-E9F9-056D2337575D}"/>
              </a:ext>
            </a:extLst>
          </p:cNvPr>
          <p:cNvSpPr txBox="1"/>
          <p:nvPr/>
        </p:nvSpPr>
        <p:spPr>
          <a:xfrm>
            <a:off x="6932284" y="285203"/>
            <a:ext cx="47123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Nothing driving the line</a:t>
            </a:r>
            <a:endParaRPr lang="en-US" altLang="zh-TW" sz="2000" dirty="0"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resistor pulls signal </a:t>
            </a:r>
            <a:r>
              <a:rPr lang="en-US" altLang="zh-TW" sz="2000" b="1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LOW</a:t>
            </a: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Switch or output drives to </a:t>
            </a:r>
            <a:r>
              <a:rPr lang="en-US" altLang="zh-TW" sz="2000" i="0" u="none" strike="noStrike" kern="1200" dirty="0" err="1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Vcc</a:t>
            </a:r>
            <a:r>
              <a:rPr lang="en-US" altLang="zh-TW" sz="200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signal becomes </a:t>
            </a:r>
            <a:r>
              <a:rPr lang="en-US" altLang="zh-TW" sz="2000" b="1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HIGH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The resistor limits current and prevents a short</a:t>
            </a:r>
            <a:endParaRPr lang="zh-TW" altLang="zh-TW" sz="20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_4">
            <a:extLst>
              <a:ext uri="{FF2B5EF4-FFF2-40B4-BE49-F238E27FC236}">
                <a16:creationId xmlns:a16="http://schemas.microsoft.com/office/drawing/2014/main" id="{1ECDAD2E-7806-CF27-96F7-1C3B10BD695B}"/>
              </a:ext>
            </a:extLst>
          </p:cNvPr>
          <p:cNvSpPr txBox="1"/>
          <p:nvPr/>
        </p:nvSpPr>
        <p:spPr>
          <a:xfrm>
            <a:off x="585923" y="3713859"/>
            <a:ext cx="47123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Nothing driving the line</a:t>
            </a:r>
            <a:endParaRPr lang="en-US" altLang="zh-TW" sz="2000" dirty="0"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resistor pulls signal </a:t>
            </a:r>
            <a:r>
              <a:rPr lang="en-US" altLang="zh-TW" sz="2000" b="1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LOW</a:t>
            </a: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285750" indent="-285750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Switch or output drives to </a:t>
            </a:r>
            <a:r>
              <a:rPr lang="en-US" altLang="zh-TW" sz="2000" i="0" u="none" strike="noStrike" kern="1200" dirty="0" err="1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Vcc</a:t>
            </a:r>
            <a:r>
              <a:rPr lang="en-US" altLang="zh-TW" sz="200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 </a:t>
            </a:r>
          </a:p>
          <a:p>
            <a:pPr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→ signal becomes </a:t>
            </a:r>
            <a:r>
              <a:rPr lang="en-US" altLang="zh-TW" sz="2000" b="1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HIGH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TW" sz="2000" dirty="0">
              <a:latin typeface="Segoe UI" panose="020B0502040204020203" pitchFamily="34" charset="0"/>
              <a:ea typeface="微軟正黑體" panose="020B0604030504040204" pitchFamily="34" charset="-12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kern="1200" dirty="0">
                <a:effectLst/>
                <a:latin typeface="Segoe UI" panose="020B0502040204020203" pitchFamily="34" charset="0"/>
                <a:ea typeface="微軟正黑體" panose="020B0604030504040204" pitchFamily="34" charset="-120"/>
              </a:rPr>
              <a:t>The resistor limits current and prevents a short</a:t>
            </a:r>
            <a:endParaRPr lang="zh-TW" altLang="zh-TW" sz="200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54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剪去同側角落 1">
            <a:extLst>
              <a:ext uri="{FF2B5EF4-FFF2-40B4-BE49-F238E27FC236}">
                <a16:creationId xmlns:a16="http://schemas.microsoft.com/office/drawing/2014/main" id="{B75BE523-0625-07DE-3900-9DA5D3F708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67512" y="-439268"/>
            <a:ext cx="630936" cy="1965960"/>
          </a:xfrm>
          <a:prstGeom prst="snip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title"/>
          <p:cNvSpPr txBox="1"/>
          <p:nvPr/>
        </p:nvSpPr>
        <p:spPr>
          <a:xfrm>
            <a:off x="376574" y="318233"/>
            <a:ext cx="1488802" cy="450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kumimoji="0" lang="en-US" altLang="zh-TW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Polarity</a:t>
            </a:r>
            <a:endParaRPr lang="en-US" sz="2800" dirty="0">
              <a:solidFill>
                <a:schemeClr val="bg1"/>
              </a:solidFill>
              <a:latin typeface="+mj-lt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4" name="flow_chart_1">
            <a:extLst>
              <a:ext uri="{FF2B5EF4-FFF2-40B4-BE49-F238E27FC236}">
                <a16:creationId xmlns:a16="http://schemas.microsoft.com/office/drawing/2014/main" id="{70D700A5-AAF9-36B1-3E2C-B79BC8ACC6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633669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252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剪去同側角落 1">
            <a:extLst>
              <a:ext uri="{FF2B5EF4-FFF2-40B4-BE49-F238E27FC236}">
                <a16:creationId xmlns:a16="http://schemas.microsoft.com/office/drawing/2014/main" id="{B75BE523-0625-07DE-3900-9DA5D3F708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67512" y="-439268"/>
            <a:ext cx="630936" cy="1965960"/>
          </a:xfrm>
          <a:prstGeom prst="snip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title"/>
          <p:cNvSpPr txBox="1"/>
          <p:nvPr/>
        </p:nvSpPr>
        <p:spPr>
          <a:xfrm>
            <a:off x="376574" y="318233"/>
            <a:ext cx="1488802" cy="450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kumimoji="0" lang="en-US" altLang="zh-TW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Polarity</a:t>
            </a:r>
            <a:endParaRPr lang="en-US" sz="2800" dirty="0">
              <a:solidFill>
                <a:schemeClr val="bg1"/>
              </a:solidFill>
              <a:latin typeface="+mj-lt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4" name="flow_chart_2">
            <a:extLst>
              <a:ext uri="{FF2B5EF4-FFF2-40B4-BE49-F238E27FC236}">
                <a16:creationId xmlns:a16="http://schemas.microsoft.com/office/drawing/2014/main" id="{70D700A5-AAF9-36B1-3E2C-B79BC8ACC6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361443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9346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剪去同側角落 1">
            <a:extLst>
              <a:ext uri="{FF2B5EF4-FFF2-40B4-BE49-F238E27FC236}">
                <a16:creationId xmlns:a16="http://schemas.microsoft.com/office/drawing/2014/main" id="{B75BE523-0625-07DE-3900-9DA5D3F708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67512" y="-439268"/>
            <a:ext cx="630936" cy="1965960"/>
          </a:xfrm>
          <a:prstGeom prst="snip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title"/>
          <p:cNvSpPr txBox="1"/>
          <p:nvPr/>
        </p:nvSpPr>
        <p:spPr>
          <a:xfrm>
            <a:off x="376574" y="318233"/>
            <a:ext cx="1488802" cy="450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kumimoji="0" lang="en-US" altLang="zh-TW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Polarity</a:t>
            </a:r>
            <a:endParaRPr lang="en-US" sz="2800" dirty="0">
              <a:solidFill>
                <a:schemeClr val="bg1"/>
              </a:solidFill>
              <a:latin typeface="+mj-lt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4" name="flow_chart_3">
            <a:extLst>
              <a:ext uri="{FF2B5EF4-FFF2-40B4-BE49-F238E27FC236}">
                <a16:creationId xmlns:a16="http://schemas.microsoft.com/office/drawing/2014/main" id="{70D700A5-AAF9-36B1-3E2C-B79BC8ACC6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685841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7785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6221DE-26F1-7329-37D1-D51F513569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3447" y="3540967"/>
            <a:ext cx="1123776" cy="1123776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D9126D10-FB8F-38A8-49D7-B564D4BEB3EF}"/>
              </a:ext>
            </a:extLst>
          </p:cNvPr>
          <p:cNvSpPr txBox="1"/>
          <p:nvPr/>
        </p:nvSpPr>
        <p:spPr>
          <a:xfrm>
            <a:off x="8319052" y="4664743"/>
            <a:ext cx="129147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Century Gothic"/>
                <a:ea typeface="+mn-lt"/>
                <a:cs typeface="+mn-lt"/>
              </a:rPr>
              <a:t>Stay in touch!</a:t>
            </a:r>
            <a:endParaRPr lang="en-US" sz="1050">
              <a:latin typeface="Century Gothic"/>
              <a:ea typeface="新細明體"/>
            </a:endParaRPr>
          </a:p>
        </p:txBody>
      </p:sp>
      <p:sp>
        <p:nvSpPr>
          <p:cNvPr id="3" name="文字方塊 4">
            <a:extLst>
              <a:ext uri="{FF2B5EF4-FFF2-40B4-BE49-F238E27FC236}">
                <a16:creationId xmlns:a16="http://schemas.microsoft.com/office/drawing/2014/main" id="{FC124742-F557-87FC-D538-334221197A8D}"/>
              </a:ext>
            </a:extLst>
          </p:cNvPr>
          <p:cNvSpPr txBox="1"/>
          <p:nvPr/>
        </p:nvSpPr>
        <p:spPr>
          <a:xfrm>
            <a:off x="8337714" y="2136338"/>
            <a:ext cx="309228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4400" b="1">
                <a:solidFill>
                  <a:srgbClr val="0057CC"/>
                </a:solidFill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Thank You</a:t>
            </a:r>
          </a:p>
          <a:p>
            <a:r>
              <a:rPr lang="en-US" sz="2400" b="1">
                <a:latin typeface="Century Gothic" panose="020B0502020202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 Listening</a:t>
            </a:r>
          </a:p>
          <a:p>
            <a:endParaRPr lang="zh-TW" sz="1000" b="1">
              <a:solidFill>
                <a:srgbClr val="0057CC"/>
              </a:solidFill>
              <a:latin typeface="Century Gothic" panose="020B0502020202020204" pitchFamily="34" charset="0"/>
              <a:ea typeface="新細明體"/>
              <a:cs typeface="Calibri" panose="020F0502020204030204" pitchFamily="34" charset="0"/>
            </a:endParaRPr>
          </a:p>
        </p:txBody>
      </p:sp>
      <p:pic>
        <p:nvPicPr>
          <p:cNvPr id="2" name="Picture Placeholder 5" descr="A building with birds flying in the sky&#10;&#10;AI-generated content may be incorrect.">
            <a:extLst>
              <a:ext uri="{FF2B5EF4-FFF2-40B4-BE49-F238E27FC236}">
                <a16:creationId xmlns:a16="http://schemas.microsoft.com/office/drawing/2014/main" id="{91E38D8E-BDB8-AE90-4CD7-23ABC53537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7564754" cy="6858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578544-7840-8F88-BC3C-6DD468038D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79440" y="6492875"/>
            <a:ext cx="833120" cy="365125"/>
          </a:xfrm>
        </p:spPr>
        <p:txBody>
          <a:bodyPr/>
          <a:lstStyle/>
          <a:p>
            <a:pPr algn="ctr"/>
            <a:fld id="{5B0A2E34-17E6-46B6-A0CD-23734D57E7FF}" type="slidenum">
              <a:rPr lang="zh-TW" altLang="en-US" smtClean="0"/>
              <a:pPr algn="ctr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6334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ccton PPT Theme 2024">
  <a:themeElements>
    <a:clrScheme name="Accton PPT Color 2024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0057CC"/>
      </a:accent1>
      <a:accent2>
        <a:srgbClr val="FF8243"/>
      </a:accent2>
      <a:accent3>
        <a:srgbClr val="FFED3A"/>
      </a:accent3>
      <a:accent4>
        <a:srgbClr val="82FFD7"/>
      </a:accent4>
      <a:accent5>
        <a:srgbClr val="79CAFB"/>
      </a:accent5>
      <a:accent6>
        <a:srgbClr val="FCDC9D"/>
      </a:accent6>
      <a:hlink>
        <a:srgbClr val="0057CC"/>
      </a:hlink>
      <a:folHlink>
        <a:srgbClr val="F7A809"/>
      </a:folHlink>
    </a:clrScheme>
    <a:fontScheme name="Accton Font 2024">
      <a:majorFont>
        <a:latin typeface="Century Gothic"/>
        <a:ea typeface="微軟正黑體"/>
        <a:cs typeface=""/>
      </a:majorFont>
      <a:minorFont>
        <a:latin typeface="Century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none" lIns="0" tIns="0" rIns="0" bIns="0" rtlCol="0" anchor="t">
        <a:spAutoFit/>
      </a:bodyPr>
      <a:lstStyle>
        <a:defPPr algn="l">
          <a:defRPr sz="1400" dirty="0" err="1" smtClean="0">
            <a:solidFill>
              <a:srgbClr val="14110F"/>
            </a:solidFill>
            <a:ea typeface="Open Sans Light" panose="020B0306030504020204" pitchFamily="34" charset="0"/>
            <a:cs typeface="Open Sans Light" panose="020B03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ccton PPT Theme 2024" id="{52CAD897-DDC6-43E1-98D0-3FD7CEA5DE32}" vid="{DCC62489-2874-4303-8824-F6C680E41E1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a46b80-6b01-4346-9b2c-03da308a0634" xsi:nil="true"/>
    <lcf76f155ced4ddcb4097134ff3c332f xmlns="8a3f5d65-52d1-40ef-a941-5f46bf66d56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C1A6ACEABD7442B1C9ED28EAB6C5DB" ma:contentTypeVersion="10" ma:contentTypeDescription="Create a new document." ma:contentTypeScope="" ma:versionID="2c83e620360763aa9bb6ca6f6e90dabe">
  <xsd:schema xmlns:xsd="http://www.w3.org/2001/XMLSchema" xmlns:xs="http://www.w3.org/2001/XMLSchema" xmlns:p="http://schemas.microsoft.com/office/2006/metadata/properties" xmlns:ns2="8a3f5d65-52d1-40ef-a941-5f46bf66d567" xmlns:ns3="0ba46b80-6b01-4346-9b2c-03da308a0634" targetNamespace="http://schemas.microsoft.com/office/2006/metadata/properties" ma:root="true" ma:fieldsID="f21e7a31f88a4c502cacedf435dd6efe" ns2:_="" ns3:_="">
    <xsd:import namespace="8a3f5d65-52d1-40ef-a941-5f46bf66d567"/>
    <xsd:import namespace="0ba46b80-6b01-4346-9b2c-03da308a06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3f5d65-52d1-40ef-a941-5f46bf66d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3e062cc-ba6e-498b-9065-d62fc69144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46b80-6b01-4346-9b2c-03da308a063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ae72b27-1c6d-4323-9a59-839cbc6f883d}" ma:internalName="TaxCatchAll" ma:showField="CatchAllData" ma:web="0ba46b80-6b01-4346-9b2c-03da308a06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AED483-C87A-4A4D-97D9-4D668F30684D}">
  <ds:schemaRefs>
    <ds:schemaRef ds:uri="http://schemas.microsoft.com/office/2006/metadata/properties"/>
    <ds:schemaRef ds:uri="http://schemas.microsoft.com/office/infopath/2007/PartnerControls"/>
    <ds:schemaRef ds:uri="0ba46b80-6b01-4346-9b2c-03da308a0634"/>
    <ds:schemaRef ds:uri="8a3f5d65-52d1-40ef-a941-5f46bf66d567"/>
  </ds:schemaRefs>
</ds:datastoreItem>
</file>

<file path=customXml/itemProps2.xml><?xml version="1.0" encoding="utf-8"?>
<ds:datastoreItem xmlns:ds="http://schemas.openxmlformats.org/officeDocument/2006/customXml" ds:itemID="{04ECE26A-46C9-411F-8B9D-26BC5CDC55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EC0026-1517-457D-8D55-FDA8F64F7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3f5d65-52d1-40ef-a941-5f46bf66d567"/>
    <ds:schemaRef ds:uri="0ba46b80-6b01-4346-9b2c-03da308a06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Accton Sample Slides 2025</Template>
  <TotalTime>4552</TotalTime>
  <Words>673</Words>
  <Application>Microsoft Office PowerPoint</Application>
  <PresentationFormat>寬螢幕</PresentationFormat>
  <Paragraphs>182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31" baseType="lpstr">
      <vt:lpstr>ITC Avant Garde Gothic</vt:lpstr>
      <vt:lpstr>微軟正黑體</vt:lpstr>
      <vt:lpstr>新細明體</vt:lpstr>
      <vt:lpstr>Aptos</vt:lpstr>
      <vt:lpstr>Arial</vt:lpstr>
      <vt:lpstr>Calibri</vt:lpstr>
      <vt:lpstr>Century Gothic</vt:lpstr>
      <vt:lpstr>Courier New</vt:lpstr>
      <vt:lpstr>Open Sans Light</vt:lpstr>
      <vt:lpstr>Raleway</vt:lpstr>
      <vt:lpstr>Segoe UI</vt:lpstr>
      <vt:lpstr>Segoe UI Emoji</vt:lpstr>
      <vt:lpstr>Symbol</vt:lpstr>
      <vt:lpstr>Accton PPT Theme 2024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angel10_tseng 曾璿蓁</cp:lastModifiedBy>
  <cp:revision>40</cp:revision>
  <dcterms:created xsi:type="dcterms:W3CDTF">2025-10-01T07:31:04Z</dcterms:created>
  <dcterms:modified xsi:type="dcterms:W3CDTF">2026-03-16T03:14:57Z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583750-9c06-44ae-ae1a-17ef03fa0caa_Enabled">
    <vt:lpwstr>true</vt:lpwstr>
  </property>
  <property fmtid="{D5CDD505-2E9C-101B-9397-08002B2CF9AE}" pid="3" name="MSIP_Label_0c583750-9c06-44ae-ae1a-17ef03fa0caa_SetDate">
    <vt:lpwstr>2025-10-01T07:31:08Z</vt:lpwstr>
  </property>
  <property fmtid="{D5CDD505-2E9C-101B-9397-08002B2CF9AE}" pid="4" name="MSIP_Label_0c583750-9c06-44ae-ae1a-17ef03fa0caa_Method">
    <vt:lpwstr>Standard</vt:lpwstr>
  </property>
  <property fmtid="{D5CDD505-2E9C-101B-9397-08002B2CF9AE}" pid="5" name="MSIP_Label_0c583750-9c06-44ae-ae1a-17ef03fa0caa_Name">
    <vt:lpwstr>密 Classified</vt:lpwstr>
  </property>
  <property fmtid="{D5CDD505-2E9C-101B-9397-08002B2CF9AE}" pid="6" name="MSIP_Label_0c583750-9c06-44ae-ae1a-17ef03fa0caa_SiteId">
    <vt:lpwstr>b8868906-22f4-421b-874b-cc3b045bc9ce</vt:lpwstr>
  </property>
  <property fmtid="{D5CDD505-2E9C-101B-9397-08002B2CF9AE}" pid="7" name="MSIP_Label_0c583750-9c06-44ae-ae1a-17ef03fa0caa_ActionId">
    <vt:lpwstr>152805a2-c0b1-48a9-83b6-9fa0ea90ec9f</vt:lpwstr>
  </property>
  <property fmtid="{D5CDD505-2E9C-101B-9397-08002B2CF9AE}" pid="8" name="MSIP_Label_0c583750-9c06-44ae-ae1a-17ef03fa0caa_ContentBits">
    <vt:lpwstr>0</vt:lpwstr>
  </property>
  <property fmtid="{D5CDD505-2E9C-101B-9397-08002B2CF9AE}" pid="9" name="MSIP_Label_0c583750-9c06-44ae-ae1a-17ef03fa0caa_Tag">
    <vt:lpwstr>10, 3, 0, 2</vt:lpwstr>
  </property>
  <property fmtid="{D5CDD505-2E9C-101B-9397-08002B2CF9AE}" pid="10" name="ContentTypeId">
    <vt:lpwstr>0x01010090C1A6ACEABD7442B1C9ED28EAB6C5DB</vt:lpwstr>
  </property>
</Properties>
</file>