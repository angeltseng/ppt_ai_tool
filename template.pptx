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4"/>
  </p:sldMasterIdLst>
  <p:notesMasterIdLst>
    <p:notesMasterId r:id="rId23"/>
  </p:notesMasterIdLst>
  <p:sldIdLst>
    <p:sldId id="343" r:id="rId5"/>
    <p:sldId id="314" r:id="rId6"/>
    <p:sldId id="291" r:id="rId7"/>
    <p:sldId id="340" r:id="rId8"/>
    <p:sldId id="370" r:id="rId9"/>
    <p:sldId id="372" r:id="rId10"/>
    <p:sldId id="342" r:id="rId11"/>
    <p:sldId id="354" r:id="rId12"/>
    <p:sldId id="367" r:id="rId13"/>
    <p:sldId id="356" r:id="rId14"/>
    <p:sldId id="371" r:id="rId15"/>
    <p:sldId id="357" r:id="rId16"/>
    <p:sldId id="363" r:id="rId17"/>
    <p:sldId id="365" r:id="rId18"/>
    <p:sldId id="366" r:id="rId19"/>
    <p:sldId id="368" r:id="rId20"/>
    <p:sldId id="369" r:id="rId21"/>
    <p:sldId id="352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228600" algn="l" defTabSz="4572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457200" algn="l" defTabSz="4572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685800" algn="l" defTabSz="4572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914400" algn="l" defTabSz="4572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143000" algn="l" defTabSz="4572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1371600" algn="l" defTabSz="4572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1600200" algn="l" defTabSz="4572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1828800" algn="l" defTabSz="4572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72A35BBD-0E77-974B-BA2D-48B67FD45328}">
          <p14:sldIdLst>
            <p14:sldId id="343"/>
            <p14:sldId id="314"/>
            <p14:sldId id="291"/>
            <p14:sldId id="340"/>
            <p14:sldId id="370"/>
            <p14:sldId id="372"/>
            <p14:sldId id="342"/>
            <p14:sldId id="354"/>
            <p14:sldId id="367"/>
            <p14:sldId id="356"/>
            <p14:sldId id="371"/>
            <p14:sldId id="357"/>
            <p14:sldId id="363"/>
            <p14:sldId id="365"/>
            <p14:sldId id="366"/>
            <p14:sldId id="368"/>
            <p14:sldId id="369"/>
            <p14:sldId id="352"/>
          </p14:sldIdLst>
        </p14:section>
        <p14:section name="Backup slides" id="{B339ED39-B764-E242-9E3F-F4F263B8DDB6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323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2FDBE18-A674-1F48-C298-B14B8D1CFAF8}" name="ray_huang 黃昱叡" initials="r黃" userId="S::ray_huang@accton.com::609dcf4d-5b0a-4609-9c34-b79e60e48d1b" providerId="AD"/>
  <p188:author id="{B3ACA64D-C6F7-C029-A4ED-8F7071A7662B}" name="summer_chen 陳逸嬅" initials="" userId="S::summer_chen@accton.com::85305639-4a0e-424a-b49b-02c89fa139d4" providerId="AD"/>
  <p188:author id="{CDDEF267-3A16-724E-1114-F2EEA5DFE4C7}" name="janet_chen 陳佳雯" initials="j陳" userId="S::janet_chen@accton.com::c92a64e5-5d42-4aa8-8302-89e97de0725b" providerId="AD"/>
  <p188:author id="{A4400A70-7114-8F56-1A78-609C4AE389C8}" name="gin_lin 林欣穎" initials="g林" userId="S::gin_lin@accton.com::b559596f-6513-47f2-95d5-d3e0bfbea75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57CC"/>
    <a:srgbClr val="0070C0"/>
    <a:srgbClr val="F2F2F2"/>
    <a:srgbClr val="DDB9FF"/>
    <a:srgbClr val="9063B4"/>
    <a:srgbClr val="AB4BF7"/>
    <a:srgbClr val="B3FEFF"/>
    <a:srgbClr val="407C8C"/>
    <a:srgbClr val="2DA8C3"/>
    <a:srgbClr val="FAFA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DC03500-50FC-6516-8EE7-0BF41CC12E13}" v="3" dt="2026-01-13T03:25:15.91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295"/>
    <p:restoredTop sz="96327"/>
  </p:normalViewPr>
  <p:slideViewPr>
    <p:cSldViewPr snapToGrid="0">
      <p:cViewPr varScale="1">
        <p:scale>
          <a:sx n="106" d="100"/>
          <a:sy n="106" d="100"/>
        </p:scale>
        <p:origin x="186" y="108"/>
      </p:cViewPr>
      <p:guideLst>
        <p:guide orient="horz" pos="323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notesMaster" Target="notesMasters/notesMaster1.xml"/><Relationship Id="rId28" Type="http://schemas.microsoft.com/office/2016/11/relationships/changesInfo" Target="changesInfos/changesInfo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tableStyles" Target="tableStyles.xml"/><Relationship Id="rId30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ond_hsiao 蕭明池" userId="S::pond_hsiao@accton.com::e83c8cdc-10f5-4ff2-83dd-2f6b5bfec371" providerId="AD" clId="Web-{3DC03500-50FC-6516-8EE7-0BF41CC12E13}"/>
    <pc:docChg chg="modSld">
      <pc:chgData name="pond_hsiao 蕭明池" userId="S::pond_hsiao@accton.com::e83c8cdc-10f5-4ff2-83dd-2f6b5bfec371" providerId="AD" clId="Web-{3DC03500-50FC-6516-8EE7-0BF41CC12E13}" dt="2026-01-13T03:25:15.913" v="1"/>
      <pc:docMkLst>
        <pc:docMk/>
      </pc:docMkLst>
      <pc:sldChg chg="addSp delSp modSp">
        <pc:chgData name="pond_hsiao 蕭明池" userId="S::pond_hsiao@accton.com::e83c8cdc-10f5-4ff2-83dd-2f6b5bfec371" providerId="AD" clId="Web-{3DC03500-50FC-6516-8EE7-0BF41CC12E13}" dt="2026-01-13T03:25:15.913" v="1"/>
        <pc:sldMkLst>
          <pc:docMk/>
          <pc:sldMk cId="1449526055" sldId="282"/>
        </pc:sldMkLst>
        <pc:picChg chg="add del mod">
          <ac:chgData name="pond_hsiao 蕭明池" userId="S::pond_hsiao@accton.com::e83c8cdc-10f5-4ff2-83dd-2f6b5bfec371" providerId="AD" clId="Web-{3DC03500-50FC-6516-8EE7-0BF41CC12E13}" dt="2026-01-13T03:25:15.913" v="1"/>
          <ac:picMkLst>
            <pc:docMk/>
            <pc:sldMk cId="1449526055" sldId="282"/>
            <ac:picMk id="5" creationId="{EE9800B0-3051-1325-E933-8F2BE7D49247}"/>
          </ac:picMkLst>
        </pc:picChg>
      </pc:sldChg>
    </pc:docChg>
  </pc:docChgLst>
  <pc:docChgLst>
    <pc:chgData name="ray_huang 黃昱叡" userId="609dcf4d-5b0a-4609-9c34-b79e60e48d1b" providerId="ADAL" clId="{9E1491A4-E76E-5807-AC5D-F17AE7A959B1}"/>
    <pc:docChg chg="undo custSel addSld delSld modSld sldOrd modMainMaster addSection modSection">
      <pc:chgData name="ray_huang 黃昱叡" userId="609dcf4d-5b0a-4609-9c34-b79e60e48d1b" providerId="ADAL" clId="{9E1491A4-E76E-5807-AC5D-F17AE7A959B1}" dt="2025-12-26T01:52:08.565" v="755" actId="478"/>
      <pc:docMkLst>
        <pc:docMk/>
      </pc:docMkLst>
      <pc:sldChg chg="delSp modSp mod modClrScheme chgLayout">
        <pc:chgData name="ray_huang 黃昱叡" userId="609dcf4d-5b0a-4609-9c34-b79e60e48d1b" providerId="ADAL" clId="{9E1491A4-E76E-5807-AC5D-F17AE7A959B1}" dt="2025-12-26T01:52:08.565" v="755" actId="478"/>
        <pc:sldMkLst>
          <pc:docMk/>
          <pc:sldMk cId="0" sldId="293"/>
        </pc:sldMkLst>
      </pc:sldChg>
      <pc:sldMasterChg chg="setBg modSldLayout sldLayoutOrd">
        <pc:chgData name="ray_huang 黃昱叡" userId="609dcf4d-5b0a-4609-9c34-b79e60e48d1b" providerId="ADAL" clId="{9E1491A4-E76E-5807-AC5D-F17AE7A959B1}" dt="2025-12-26T01:51:50.687" v="750" actId="478"/>
        <pc:sldMasterMkLst>
          <pc:docMk/>
          <pc:sldMasterMk cId="593063927" sldId="2147483660"/>
        </pc:sldMasterMkLst>
        <pc:sldLayoutChg chg="modSp mod">
          <pc:chgData name="ray_huang 黃昱叡" userId="609dcf4d-5b0a-4609-9c34-b79e60e48d1b" providerId="ADAL" clId="{9E1491A4-E76E-5807-AC5D-F17AE7A959B1}" dt="2025-12-26T01:51:34.816" v="747" actId="1076"/>
          <pc:sldLayoutMkLst>
            <pc:docMk/>
            <pc:sldMasterMk cId="593063927" sldId="2147483660"/>
            <pc:sldLayoutMk cId="400634395" sldId="2147483665"/>
          </pc:sldLayoutMkLst>
          <pc:spChg chg="mod">
            <ac:chgData name="ray_huang 黃昱叡" userId="609dcf4d-5b0a-4609-9c34-b79e60e48d1b" providerId="ADAL" clId="{9E1491A4-E76E-5807-AC5D-F17AE7A959B1}" dt="2025-12-26T01:51:34.816" v="747" actId="1076"/>
            <ac:spMkLst>
              <pc:docMk/>
              <pc:sldMasterMk cId="593063927" sldId="2147483660"/>
              <pc:sldLayoutMk cId="400634395" sldId="2147483665"/>
              <ac:spMk id="8" creationId="{B9AA6E33-53CF-2A95-B713-D0F38394DA52}"/>
            </ac:spMkLst>
          </pc:spChg>
          <pc:spChg chg="mod">
            <ac:chgData name="ray_huang 黃昱叡" userId="609dcf4d-5b0a-4609-9c34-b79e60e48d1b" providerId="ADAL" clId="{9E1491A4-E76E-5807-AC5D-F17AE7A959B1}" dt="2025-12-26T01:51:28.679" v="746" actId="1076"/>
            <ac:spMkLst>
              <pc:docMk/>
              <pc:sldMasterMk cId="593063927" sldId="2147483660"/>
              <pc:sldLayoutMk cId="400634395" sldId="2147483665"/>
              <ac:spMk id="9" creationId="{8B1274AB-BC8E-714D-C8F3-EAAFDC49C34E}"/>
            </ac:spMkLst>
          </pc:spChg>
          <pc:picChg chg="mod">
            <ac:chgData name="ray_huang 黃昱叡" userId="609dcf4d-5b0a-4609-9c34-b79e60e48d1b" providerId="ADAL" clId="{9E1491A4-E76E-5807-AC5D-F17AE7A959B1}" dt="2025-12-26T01:51:28.679" v="746" actId="1076"/>
            <ac:picMkLst>
              <pc:docMk/>
              <pc:sldMasterMk cId="593063927" sldId="2147483660"/>
              <pc:sldLayoutMk cId="400634395" sldId="2147483665"/>
              <ac:picMk id="10" creationId="{2D0A9BC7-4001-0876-95C3-B2FDB3E6B95A}"/>
            </ac:picMkLst>
          </pc:picChg>
        </pc:sldLayoutChg>
        <pc:sldLayoutChg chg="ord">
          <pc:chgData name="ray_huang 黃昱叡" userId="609dcf4d-5b0a-4609-9c34-b79e60e48d1b" providerId="ADAL" clId="{9E1491A4-E76E-5807-AC5D-F17AE7A959B1}" dt="2025-12-26T01:50:54.169" v="732" actId="20578"/>
          <pc:sldLayoutMkLst>
            <pc:docMk/>
            <pc:sldMasterMk cId="593063927" sldId="2147483660"/>
            <pc:sldLayoutMk cId="211073231" sldId="2147483666"/>
          </pc:sldLayoutMkLst>
        </pc:sldLayoutChg>
        <pc:sldLayoutChg chg="addSp delSp modSp mod ord">
          <pc:chgData name="ray_huang 黃昱叡" userId="609dcf4d-5b0a-4609-9c34-b79e60e48d1b" providerId="ADAL" clId="{9E1491A4-E76E-5807-AC5D-F17AE7A959B1}" dt="2025-12-26T01:51:50.687" v="750" actId="478"/>
          <pc:sldLayoutMkLst>
            <pc:docMk/>
            <pc:sldMasterMk cId="593063927" sldId="2147483660"/>
            <pc:sldLayoutMk cId="2527544464" sldId="2147483683"/>
          </pc:sldLayoutMkLst>
          <pc:spChg chg="mod">
            <ac:chgData name="ray_huang 黃昱叡" userId="609dcf4d-5b0a-4609-9c34-b79e60e48d1b" providerId="ADAL" clId="{9E1491A4-E76E-5807-AC5D-F17AE7A959B1}" dt="2025-12-26T01:51:01.131" v="735"/>
            <ac:spMkLst>
              <pc:docMk/>
              <pc:sldMasterMk cId="593063927" sldId="2147483660"/>
              <pc:sldLayoutMk cId="2527544464" sldId="2147483683"/>
              <ac:spMk id="9" creationId="{3212D128-1C2B-64CC-A93B-B415AE0FB031}"/>
            </ac:spMkLst>
          </pc:spChg>
          <pc:spChg chg="add mod">
            <ac:chgData name="ray_huang 黃昱叡" userId="609dcf4d-5b0a-4609-9c34-b79e60e48d1b" providerId="ADAL" clId="{9E1491A4-E76E-5807-AC5D-F17AE7A959B1}" dt="2025-12-26T01:51:01.131" v="735"/>
            <ac:spMkLst>
              <pc:docMk/>
              <pc:sldMasterMk cId="593063927" sldId="2147483660"/>
              <pc:sldLayoutMk cId="2527544464" sldId="2147483683"/>
              <ac:spMk id="10" creationId="{BB9FDCC4-AABE-6523-35C8-256BF2EB21D9}"/>
            </ac:spMkLst>
          </pc:spChg>
          <pc:spChg chg="add mod">
            <ac:chgData name="ray_huang 黃昱叡" userId="609dcf4d-5b0a-4609-9c34-b79e60e48d1b" providerId="ADAL" clId="{9E1491A4-E76E-5807-AC5D-F17AE7A959B1}" dt="2025-12-26T01:51:10.953" v="737"/>
            <ac:spMkLst>
              <pc:docMk/>
              <pc:sldMasterMk cId="593063927" sldId="2147483660"/>
              <pc:sldLayoutMk cId="2527544464" sldId="2147483683"/>
              <ac:spMk id="13" creationId="{B6F0DD91-F569-5192-6EBB-960C353FCEF3}"/>
            </ac:spMkLst>
          </pc:spChg>
          <pc:spChg chg="add mod">
            <ac:chgData name="ray_huang 黃昱叡" userId="609dcf4d-5b0a-4609-9c34-b79e60e48d1b" providerId="ADAL" clId="{9E1491A4-E76E-5807-AC5D-F17AE7A959B1}" dt="2025-12-26T01:51:36.451" v="748"/>
            <ac:spMkLst>
              <pc:docMk/>
              <pc:sldMasterMk cId="593063927" sldId="2147483660"/>
              <pc:sldLayoutMk cId="2527544464" sldId="2147483683"/>
              <ac:spMk id="14" creationId="{781EF90D-390F-01A6-315F-974FCD60D6E1}"/>
            </ac:spMkLst>
          </pc:spChg>
          <pc:spChg chg="add mod">
            <ac:chgData name="ray_huang 黃昱叡" userId="609dcf4d-5b0a-4609-9c34-b79e60e48d1b" providerId="ADAL" clId="{9E1491A4-E76E-5807-AC5D-F17AE7A959B1}" dt="2025-12-26T01:51:40.642" v="749"/>
            <ac:spMkLst>
              <pc:docMk/>
              <pc:sldMasterMk cId="593063927" sldId="2147483660"/>
              <pc:sldLayoutMk cId="2527544464" sldId="2147483683"/>
              <ac:spMk id="15" creationId="{E55A187B-F3CA-8E95-99E9-16305DD022F6}"/>
            </ac:spMkLst>
          </pc:spChg>
          <pc:grpChg chg="add mod">
            <ac:chgData name="ray_huang 黃昱叡" userId="609dcf4d-5b0a-4609-9c34-b79e60e48d1b" providerId="ADAL" clId="{9E1491A4-E76E-5807-AC5D-F17AE7A959B1}" dt="2025-12-26T01:51:01.131" v="735"/>
            <ac:grpSpMkLst>
              <pc:docMk/>
              <pc:sldMasterMk cId="593063927" sldId="2147483660"/>
              <pc:sldLayoutMk cId="2527544464" sldId="2147483683"/>
              <ac:grpSpMk id="8" creationId="{1B073F67-E3B0-DA85-7335-076955DCDC62}"/>
            </ac:grpSpMkLst>
          </pc:grpChg>
          <pc:picChg chg="add mod">
            <ac:chgData name="ray_huang 黃昱叡" userId="609dcf4d-5b0a-4609-9c34-b79e60e48d1b" providerId="ADAL" clId="{9E1491A4-E76E-5807-AC5D-F17AE7A959B1}" dt="2025-12-26T01:51:40.642" v="749"/>
            <ac:picMkLst>
              <pc:docMk/>
              <pc:sldMasterMk cId="593063927" sldId="2147483660"/>
              <pc:sldLayoutMk cId="2527544464" sldId="2147483683"/>
              <ac:picMk id="16" creationId="{EDF65572-7452-85A1-0678-CBE569208462}"/>
            </ac:picMkLst>
          </pc:picChg>
        </pc:sldLayoutChg>
      </pc:sldMaster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4">
  <dgm:title val=""/>
  <dgm:desc val=""/>
  <dgm:catLst>
    <dgm:cat type="accent1" pri="11400"/>
  </dgm:catLst>
  <dgm:styleLbl name="node0">
    <dgm:fillClrLst meth="cycle">
      <a:schemeClr val="accent1">
        <a:shade val="6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cycle">
      <a:schemeClr val="accent1">
        <a:shade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cycle">
      <a:schemeClr val="accent1">
        <a:shade val="50000"/>
      </a:schemeClr>
      <a:schemeClr val="accent1">
        <a:tint val="55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/>
    <dgm:txEffectClrLst/>
  </dgm:styleLbl>
  <dgm:styleLbl name="lnNode1">
    <dgm:fillClrLst meth="cycle">
      <a:schemeClr val="accent1">
        <a:shade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cycle">
      <a:schemeClr val="accent1">
        <a:shade val="80000"/>
        <a:alpha val="50000"/>
      </a:schemeClr>
      <a:schemeClr val="accent1">
        <a:tint val="5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fg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bg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sibTrans1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tint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5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55000"/>
      </a:schemeClr>
    </dgm:fillClrLst>
    <dgm:linClrLst meth="repeat">
      <a:schemeClr val="accent1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55000"/>
      </a:schemeClr>
    </dgm:fillClrLst>
    <dgm:linClrLst meth="repeat">
      <a:schemeClr val="accent1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5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55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4">
  <dgm:title val=""/>
  <dgm:desc val=""/>
  <dgm:catLst>
    <dgm:cat type="accent1" pri="11400"/>
  </dgm:catLst>
  <dgm:styleLbl name="node0">
    <dgm:fillClrLst meth="cycle">
      <a:schemeClr val="accent1">
        <a:shade val="6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cycle">
      <a:schemeClr val="accent1">
        <a:shade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cycle">
      <a:schemeClr val="accent1">
        <a:shade val="50000"/>
      </a:schemeClr>
      <a:schemeClr val="accent1">
        <a:tint val="55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/>
    <dgm:txEffectClrLst/>
  </dgm:styleLbl>
  <dgm:styleLbl name="lnNode1">
    <dgm:fillClrLst meth="cycle">
      <a:schemeClr val="accent1">
        <a:shade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cycle">
      <a:schemeClr val="accent1">
        <a:shade val="80000"/>
        <a:alpha val="50000"/>
      </a:schemeClr>
      <a:schemeClr val="accent1">
        <a:tint val="5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fg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bg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sibTrans1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tint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5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55000"/>
      </a:schemeClr>
    </dgm:fillClrLst>
    <dgm:linClrLst meth="repeat">
      <a:schemeClr val="accent1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55000"/>
      </a:schemeClr>
    </dgm:fillClrLst>
    <dgm:linClrLst meth="repeat">
      <a:schemeClr val="accent1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5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55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4">
  <dgm:title val=""/>
  <dgm:desc val=""/>
  <dgm:catLst>
    <dgm:cat type="accent1" pri="11400"/>
  </dgm:catLst>
  <dgm:styleLbl name="node0">
    <dgm:fillClrLst meth="cycle">
      <a:schemeClr val="accent1">
        <a:shade val="6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cycle">
      <a:schemeClr val="accent1">
        <a:shade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cycle">
      <a:schemeClr val="accent1">
        <a:shade val="50000"/>
      </a:schemeClr>
      <a:schemeClr val="accent1">
        <a:tint val="55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/>
    <dgm:txEffectClrLst/>
  </dgm:styleLbl>
  <dgm:styleLbl name="lnNode1">
    <dgm:fillClrLst meth="cycle">
      <a:schemeClr val="accent1">
        <a:shade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cycle">
      <a:schemeClr val="accent1">
        <a:shade val="80000"/>
        <a:alpha val="50000"/>
      </a:schemeClr>
      <a:schemeClr val="accent1">
        <a:tint val="5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fg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bg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sibTrans1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tint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5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55000"/>
      </a:schemeClr>
    </dgm:fillClrLst>
    <dgm:linClrLst meth="repeat">
      <a:schemeClr val="accent1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55000"/>
      </a:schemeClr>
    </dgm:fillClrLst>
    <dgm:linClrLst meth="repeat">
      <a:schemeClr val="accent1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5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55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FB6B768-9288-4931-A13A-C8451494C728}" type="doc">
      <dgm:prSet loTypeId="urn:microsoft.com/office/officeart/2005/8/layout/chevron1" loCatId="process" qsTypeId="urn:microsoft.com/office/officeart/2005/8/quickstyle/simple1" qsCatId="simple" csTypeId="urn:microsoft.com/office/officeart/2005/8/colors/accent1_4" csCatId="accent1" phldr="1"/>
      <dgm:spPr/>
    </dgm:pt>
    <dgm:pt modelId="{BF1A4EAE-4958-4491-8A76-A4429C983A16}">
      <dgm:prSet phldrT="[文字]" phldr="1"/>
      <dgm:spPr/>
      <dgm:t>
        <a:bodyPr/>
        <a:lstStyle/>
        <a:p>
          <a:endParaRPr lang="zh-TW" altLang="en-US" dirty="0"/>
        </a:p>
      </dgm:t>
    </dgm:pt>
    <dgm:pt modelId="{09669585-6CD2-471E-BAA2-E08B7CF427EF}" type="parTrans" cxnId="{041BD34E-7F32-4066-80F2-6014ADFCC416}">
      <dgm:prSet/>
      <dgm:spPr/>
      <dgm:t>
        <a:bodyPr/>
        <a:lstStyle/>
        <a:p>
          <a:endParaRPr lang="zh-TW" altLang="en-US"/>
        </a:p>
      </dgm:t>
    </dgm:pt>
    <dgm:pt modelId="{5C371391-4981-4500-B178-D3B0A851224A}" type="sibTrans" cxnId="{041BD34E-7F32-4066-80F2-6014ADFCC416}">
      <dgm:prSet/>
      <dgm:spPr/>
      <dgm:t>
        <a:bodyPr/>
        <a:lstStyle/>
        <a:p>
          <a:endParaRPr lang="zh-TW" altLang="en-US"/>
        </a:p>
      </dgm:t>
    </dgm:pt>
    <dgm:pt modelId="{E93FD796-8722-4D04-8FF4-319C9859F867}">
      <dgm:prSet phldrT="[文字]" phldr="1"/>
      <dgm:spPr/>
      <dgm:t>
        <a:bodyPr/>
        <a:lstStyle/>
        <a:p>
          <a:endParaRPr lang="zh-TW" altLang="en-US" dirty="0"/>
        </a:p>
      </dgm:t>
    </dgm:pt>
    <dgm:pt modelId="{AB5A5B2E-AB03-420A-BBF4-B51918C3FDF1}" type="parTrans" cxnId="{446E41C9-9332-4D5E-8B6E-FE4E991768B4}">
      <dgm:prSet/>
      <dgm:spPr/>
      <dgm:t>
        <a:bodyPr/>
        <a:lstStyle/>
        <a:p>
          <a:endParaRPr lang="zh-TW" altLang="en-US"/>
        </a:p>
      </dgm:t>
    </dgm:pt>
    <dgm:pt modelId="{7C4CAFAB-E99C-45A2-9201-5F36E96C43D1}" type="sibTrans" cxnId="{446E41C9-9332-4D5E-8B6E-FE4E991768B4}">
      <dgm:prSet/>
      <dgm:spPr/>
      <dgm:t>
        <a:bodyPr/>
        <a:lstStyle/>
        <a:p>
          <a:endParaRPr lang="zh-TW" altLang="en-US"/>
        </a:p>
      </dgm:t>
    </dgm:pt>
    <dgm:pt modelId="{99288B9E-1C13-4692-9404-893C4C9EFA4B}">
      <dgm:prSet phldrT="[文字]" phldr="1"/>
      <dgm:spPr/>
      <dgm:t>
        <a:bodyPr/>
        <a:lstStyle/>
        <a:p>
          <a:endParaRPr lang="zh-TW" altLang="en-US" dirty="0"/>
        </a:p>
      </dgm:t>
    </dgm:pt>
    <dgm:pt modelId="{16BA867C-8132-4574-8B68-BA0BE09C7CAF}" type="parTrans" cxnId="{5A293FC0-A436-4F57-BCCD-C37275FFF7D9}">
      <dgm:prSet/>
      <dgm:spPr/>
      <dgm:t>
        <a:bodyPr/>
        <a:lstStyle/>
        <a:p>
          <a:endParaRPr lang="zh-TW" altLang="en-US"/>
        </a:p>
      </dgm:t>
    </dgm:pt>
    <dgm:pt modelId="{75ED463B-786D-49FF-8BB4-57A7018FB614}" type="sibTrans" cxnId="{5A293FC0-A436-4F57-BCCD-C37275FFF7D9}">
      <dgm:prSet/>
      <dgm:spPr/>
      <dgm:t>
        <a:bodyPr/>
        <a:lstStyle/>
        <a:p>
          <a:endParaRPr lang="zh-TW" altLang="en-US"/>
        </a:p>
      </dgm:t>
    </dgm:pt>
    <dgm:pt modelId="{937B9B22-547F-42A5-8292-B5B7D1D3D711}">
      <dgm:prSet phldrT="[文字]"/>
      <dgm:spPr/>
      <dgm:t>
        <a:bodyPr/>
        <a:lstStyle/>
        <a:p>
          <a:endParaRPr lang="zh-TW" altLang="en-US" dirty="0"/>
        </a:p>
      </dgm:t>
    </dgm:pt>
    <dgm:pt modelId="{7CD31471-6051-403B-B4D1-A836C9A27623}" type="parTrans" cxnId="{1F1F66EF-F8F8-448B-9C09-5F4E39A1B7AD}">
      <dgm:prSet/>
      <dgm:spPr/>
      <dgm:t>
        <a:bodyPr/>
        <a:lstStyle/>
        <a:p>
          <a:endParaRPr lang="zh-TW" altLang="en-US"/>
        </a:p>
      </dgm:t>
    </dgm:pt>
    <dgm:pt modelId="{A495E27E-C815-4E2B-9E12-3B015E91A99F}" type="sibTrans" cxnId="{1F1F66EF-F8F8-448B-9C09-5F4E39A1B7AD}">
      <dgm:prSet/>
      <dgm:spPr/>
      <dgm:t>
        <a:bodyPr/>
        <a:lstStyle/>
        <a:p>
          <a:endParaRPr lang="zh-TW" altLang="en-US"/>
        </a:p>
      </dgm:t>
    </dgm:pt>
    <dgm:pt modelId="{604A5648-2D12-4BBE-90C1-CADF0319B7E6}">
      <dgm:prSet phldrT="[文字]"/>
      <dgm:spPr/>
      <dgm:t>
        <a:bodyPr/>
        <a:lstStyle/>
        <a:p>
          <a:endParaRPr lang="zh-TW" altLang="en-US" dirty="0"/>
        </a:p>
      </dgm:t>
    </dgm:pt>
    <dgm:pt modelId="{668F7D24-F04E-4438-8F3D-7CA7A1135216}" type="parTrans" cxnId="{F1E87EE0-2548-4B1F-85FB-14B7CD1059B7}">
      <dgm:prSet/>
      <dgm:spPr/>
      <dgm:t>
        <a:bodyPr/>
        <a:lstStyle/>
        <a:p>
          <a:endParaRPr lang="zh-TW" altLang="en-US"/>
        </a:p>
      </dgm:t>
    </dgm:pt>
    <dgm:pt modelId="{8817689E-678B-464E-AED8-6CFB3CAAE773}" type="sibTrans" cxnId="{F1E87EE0-2548-4B1F-85FB-14B7CD1059B7}">
      <dgm:prSet/>
      <dgm:spPr/>
      <dgm:t>
        <a:bodyPr/>
        <a:lstStyle/>
        <a:p>
          <a:endParaRPr lang="zh-TW" altLang="en-US"/>
        </a:p>
      </dgm:t>
    </dgm:pt>
    <dgm:pt modelId="{9477C373-1FA6-4A58-B41E-B25487EEFED1}" type="pres">
      <dgm:prSet presAssocID="{BFB6B768-9288-4931-A13A-C8451494C728}" presName="Name0" presStyleCnt="0">
        <dgm:presLayoutVars>
          <dgm:dir/>
          <dgm:animLvl val="lvl"/>
          <dgm:resizeHandles val="exact"/>
        </dgm:presLayoutVars>
      </dgm:prSet>
      <dgm:spPr/>
    </dgm:pt>
    <dgm:pt modelId="{50BF346D-D571-48A2-8F54-5447C7889098}" type="pres">
      <dgm:prSet presAssocID="{BF1A4EAE-4958-4491-8A76-A4429C983A16}" presName="parTxOnly" presStyleLbl="node1" presStyleIdx="0" presStyleCnt="5">
        <dgm:presLayoutVars>
          <dgm:chMax val="0"/>
          <dgm:chPref val="0"/>
          <dgm:bulletEnabled val="1"/>
        </dgm:presLayoutVars>
      </dgm:prSet>
      <dgm:spPr/>
    </dgm:pt>
    <dgm:pt modelId="{DA53EF83-C9EB-41AD-B47B-778C34B7846C}" type="pres">
      <dgm:prSet presAssocID="{5C371391-4981-4500-B178-D3B0A851224A}" presName="parTxOnlySpace" presStyleCnt="0"/>
      <dgm:spPr/>
    </dgm:pt>
    <dgm:pt modelId="{09A600B4-4022-4DDB-995E-EC79353C2EB7}" type="pres">
      <dgm:prSet presAssocID="{E93FD796-8722-4D04-8FF4-319C9859F867}" presName="parTxOnly" presStyleLbl="node1" presStyleIdx="1" presStyleCnt="5">
        <dgm:presLayoutVars>
          <dgm:chMax val="0"/>
          <dgm:chPref val="0"/>
          <dgm:bulletEnabled val="1"/>
        </dgm:presLayoutVars>
      </dgm:prSet>
      <dgm:spPr/>
    </dgm:pt>
    <dgm:pt modelId="{DA9B73DB-7AEF-421B-9422-5EA10EA35D5C}" type="pres">
      <dgm:prSet presAssocID="{7C4CAFAB-E99C-45A2-9201-5F36E96C43D1}" presName="parTxOnlySpace" presStyleCnt="0"/>
      <dgm:spPr/>
    </dgm:pt>
    <dgm:pt modelId="{7B2D12CA-B5AA-4244-851F-0465A8C23D5A}" type="pres">
      <dgm:prSet presAssocID="{99288B9E-1C13-4692-9404-893C4C9EFA4B}" presName="parTxOnly" presStyleLbl="node1" presStyleIdx="2" presStyleCnt="5">
        <dgm:presLayoutVars>
          <dgm:chMax val="0"/>
          <dgm:chPref val="0"/>
          <dgm:bulletEnabled val="1"/>
        </dgm:presLayoutVars>
      </dgm:prSet>
      <dgm:spPr/>
    </dgm:pt>
    <dgm:pt modelId="{13748F40-208D-49F8-AA1D-8D8D4B78495A}" type="pres">
      <dgm:prSet presAssocID="{75ED463B-786D-49FF-8BB4-57A7018FB614}" presName="parTxOnlySpace" presStyleCnt="0"/>
      <dgm:spPr/>
    </dgm:pt>
    <dgm:pt modelId="{D512B311-C76D-494E-98DE-44D1D4DC0F5A}" type="pres">
      <dgm:prSet presAssocID="{604A5648-2D12-4BBE-90C1-CADF0319B7E6}" presName="parTxOnly" presStyleLbl="node1" presStyleIdx="3" presStyleCnt="5">
        <dgm:presLayoutVars>
          <dgm:chMax val="0"/>
          <dgm:chPref val="0"/>
          <dgm:bulletEnabled val="1"/>
        </dgm:presLayoutVars>
      </dgm:prSet>
      <dgm:spPr/>
    </dgm:pt>
    <dgm:pt modelId="{47AB9683-D646-4B84-BED9-BCDF98FB7477}" type="pres">
      <dgm:prSet presAssocID="{8817689E-678B-464E-AED8-6CFB3CAAE773}" presName="parTxOnlySpace" presStyleCnt="0"/>
      <dgm:spPr/>
    </dgm:pt>
    <dgm:pt modelId="{21859402-5C8D-43DF-A958-B7C708E29CE8}" type="pres">
      <dgm:prSet presAssocID="{937B9B22-547F-42A5-8292-B5B7D1D3D711}" presName="parTxOnly" presStyleLbl="node1" presStyleIdx="4" presStyleCnt="5">
        <dgm:presLayoutVars>
          <dgm:chMax val="0"/>
          <dgm:chPref val="0"/>
          <dgm:bulletEnabled val="1"/>
        </dgm:presLayoutVars>
      </dgm:prSet>
      <dgm:spPr/>
    </dgm:pt>
  </dgm:ptLst>
  <dgm:cxnLst>
    <dgm:cxn modelId="{E74DF219-888F-4F5D-9D0C-24396B9E5F93}" type="presOf" srcId="{99288B9E-1C13-4692-9404-893C4C9EFA4B}" destId="{7B2D12CA-B5AA-4244-851F-0465A8C23D5A}" srcOrd="0" destOrd="0" presId="urn:microsoft.com/office/officeart/2005/8/layout/chevron1"/>
    <dgm:cxn modelId="{2D8A5823-8C66-4D24-A231-E1E08EF36864}" type="presOf" srcId="{604A5648-2D12-4BBE-90C1-CADF0319B7E6}" destId="{D512B311-C76D-494E-98DE-44D1D4DC0F5A}" srcOrd="0" destOrd="0" presId="urn:microsoft.com/office/officeart/2005/8/layout/chevron1"/>
    <dgm:cxn modelId="{C477E962-6AFA-4D01-8872-ADD2A33DD82A}" type="presOf" srcId="{937B9B22-547F-42A5-8292-B5B7D1D3D711}" destId="{21859402-5C8D-43DF-A958-B7C708E29CE8}" srcOrd="0" destOrd="0" presId="urn:microsoft.com/office/officeart/2005/8/layout/chevron1"/>
    <dgm:cxn modelId="{1BE2A36B-7B05-4B49-83DC-946A8C8E211A}" type="presOf" srcId="{BFB6B768-9288-4931-A13A-C8451494C728}" destId="{9477C373-1FA6-4A58-B41E-B25487EEFED1}" srcOrd="0" destOrd="0" presId="urn:microsoft.com/office/officeart/2005/8/layout/chevron1"/>
    <dgm:cxn modelId="{041BD34E-7F32-4066-80F2-6014ADFCC416}" srcId="{BFB6B768-9288-4931-A13A-C8451494C728}" destId="{BF1A4EAE-4958-4491-8A76-A4429C983A16}" srcOrd="0" destOrd="0" parTransId="{09669585-6CD2-471E-BAA2-E08B7CF427EF}" sibTransId="{5C371391-4981-4500-B178-D3B0A851224A}"/>
    <dgm:cxn modelId="{C89F937C-11A6-4C8E-956D-2F29966B8DEB}" type="presOf" srcId="{E93FD796-8722-4D04-8FF4-319C9859F867}" destId="{09A600B4-4022-4DDB-995E-EC79353C2EB7}" srcOrd="0" destOrd="0" presId="urn:microsoft.com/office/officeart/2005/8/layout/chevron1"/>
    <dgm:cxn modelId="{40A7C79A-8B66-4DF1-A410-017B8F151F25}" type="presOf" srcId="{BF1A4EAE-4958-4491-8A76-A4429C983A16}" destId="{50BF346D-D571-48A2-8F54-5447C7889098}" srcOrd="0" destOrd="0" presId="urn:microsoft.com/office/officeart/2005/8/layout/chevron1"/>
    <dgm:cxn modelId="{5A293FC0-A436-4F57-BCCD-C37275FFF7D9}" srcId="{BFB6B768-9288-4931-A13A-C8451494C728}" destId="{99288B9E-1C13-4692-9404-893C4C9EFA4B}" srcOrd="2" destOrd="0" parTransId="{16BA867C-8132-4574-8B68-BA0BE09C7CAF}" sibTransId="{75ED463B-786D-49FF-8BB4-57A7018FB614}"/>
    <dgm:cxn modelId="{446E41C9-9332-4D5E-8B6E-FE4E991768B4}" srcId="{BFB6B768-9288-4931-A13A-C8451494C728}" destId="{E93FD796-8722-4D04-8FF4-319C9859F867}" srcOrd="1" destOrd="0" parTransId="{AB5A5B2E-AB03-420A-BBF4-B51918C3FDF1}" sibTransId="{7C4CAFAB-E99C-45A2-9201-5F36E96C43D1}"/>
    <dgm:cxn modelId="{F1E87EE0-2548-4B1F-85FB-14B7CD1059B7}" srcId="{BFB6B768-9288-4931-A13A-C8451494C728}" destId="{604A5648-2D12-4BBE-90C1-CADF0319B7E6}" srcOrd="3" destOrd="0" parTransId="{668F7D24-F04E-4438-8F3D-7CA7A1135216}" sibTransId="{8817689E-678B-464E-AED8-6CFB3CAAE773}"/>
    <dgm:cxn modelId="{1F1F66EF-F8F8-448B-9C09-5F4E39A1B7AD}" srcId="{BFB6B768-9288-4931-A13A-C8451494C728}" destId="{937B9B22-547F-42A5-8292-B5B7D1D3D711}" srcOrd="4" destOrd="0" parTransId="{7CD31471-6051-403B-B4D1-A836C9A27623}" sibTransId="{A495E27E-C815-4E2B-9E12-3B015E91A99F}"/>
    <dgm:cxn modelId="{2010C6FA-8929-4C1A-B157-E5EA2DAB9FDC}" type="presParOf" srcId="{9477C373-1FA6-4A58-B41E-B25487EEFED1}" destId="{50BF346D-D571-48A2-8F54-5447C7889098}" srcOrd="0" destOrd="0" presId="urn:microsoft.com/office/officeart/2005/8/layout/chevron1"/>
    <dgm:cxn modelId="{FD9C71FB-ED02-4604-A454-5CECACCF9021}" type="presParOf" srcId="{9477C373-1FA6-4A58-B41E-B25487EEFED1}" destId="{DA53EF83-C9EB-41AD-B47B-778C34B7846C}" srcOrd="1" destOrd="0" presId="urn:microsoft.com/office/officeart/2005/8/layout/chevron1"/>
    <dgm:cxn modelId="{3783CE1F-6AB5-4B59-8821-CC8C6954453C}" type="presParOf" srcId="{9477C373-1FA6-4A58-B41E-B25487EEFED1}" destId="{09A600B4-4022-4DDB-995E-EC79353C2EB7}" srcOrd="2" destOrd="0" presId="urn:microsoft.com/office/officeart/2005/8/layout/chevron1"/>
    <dgm:cxn modelId="{FD909273-BC73-48F4-932E-6AD629F34F8F}" type="presParOf" srcId="{9477C373-1FA6-4A58-B41E-B25487EEFED1}" destId="{DA9B73DB-7AEF-421B-9422-5EA10EA35D5C}" srcOrd="3" destOrd="0" presId="urn:microsoft.com/office/officeart/2005/8/layout/chevron1"/>
    <dgm:cxn modelId="{52B1E825-9D60-4114-ADED-2D5612F92D7E}" type="presParOf" srcId="{9477C373-1FA6-4A58-B41E-B25487EEFED1}" destId="{7B2D12CA-B5AA-4244-851F-0465A8C23D5A}" srcOrd="4" destOrd="0" presId="urn:microsoft.com/office/officeart/2005/8/layout/chevron1"/>
    <dgm:cxn modelId="{20BE437B-85A4-4D87-A946-77626762346A}" type="presParOf" srcId="{9477C373-1FA6-4A58-B41E-B25487EEFED1}" destId="{13748F40-208D-49F8-AA1D-8D8D4B78495A}" srcOrd="5" destOrd="0" presId="urn:microsoft.com/office/officeart/2005/8/layout/chevron1"/>
    <dgm:cxn modelId="{94118C78-9C39-4B2C-8BA2-63501A2FBB17}" type="presParOf" srcId="{9477C373-1FA6-4A58-B41E-B25487EEFED1}" destId="{D512B311-C76D-494E-98DE-44D1D4DC0F5A}" srcOrd="6" destOrd="0" presId="urn:microsoft.com/office/officeart/2005/8/layout/chevron1"/>
    <dgm:cxn modelId="{CF65492D-9FAA-4471-97D9-DC614F82D76C}" type="presParOf" srcId="{9477C373-1FA6-4A58-B41E-B25487EEFED1}" destId="{47AB9683-D646-4B84-BED9-BCDF98FB7477}" srcOrd="7" destOrd="0" presId="urn:microsoft.com/office/officeart/2005/8/layout/chevron1"/>
    <dgm:cxn modelId="{465620D7-4435-48C2-8C14-794FCD22057B}" type="presParOf" srcId="{9477C373-1FA6-4A58-B41E-B25487EEFED1}" destId="{21859402-5C8D-43DF-A958-B7C708E29CE8}" srcOrd="8" destOrd="0" presId="urn:microsoft.com/office/officeart/2005/8/layout/chevron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BFB6B768-9288-4931-A13A-C8451494C728}" type="doc">
      <dgm:prSet loTypeId="urn:microsoft.com/office/officeart/2005/8/layout/process1" loCatId="process" qsTypeId="urn:microsoft.com/office/officeart/2005/8/quickstyle/simple1" qsCatId="simple" csTypeId="urn:microsoft.com/office/officeart/2005/8/colors/accent1_4" csCatId="accent1" phldr="1"/>
      <dgm:spPr/>
    </dgm:pt>
    <dgm:pt modelId="{BF1A4EAE-4958-4491-8A76-A4429C983A16}">
      <dgm:prSet phldrT="[文字]" phldr="1"/>
      <dgm:spPr/>
      <dgm:t>
        <a:bodyPr/>
        <a:lstStyle/>
        <a:p>
          <a:endParaRPr lang="zh-TW" altLang="en-US" dirty="0"/>
        </a:p>
      </dgm:t>
    </dgm:pt>
    <dgm:pt modelId="{09669585-6CD2-471E-BAA2-E08B7CF427EF}" type="parTrans" cxnId="{041BD34E-7F32-4066-80F2-6014ADFCC416}">
      <dgm:prSet/>
      <dgm:spPr/>
      <dgm:t>
        <a:bodyPr/>
        <a:lstStyle/>
        <a:p>
          <a:endParaRPr lang="zh-TW" altLang="en-US"/>
        </a:p>
      </dgm:t>
    </dgm:pt>
    <dgm:pt modelId="{5C371391-4981-4500-B178-D3B0A851224A}" type="sibTrans" cxnId="{041BD34E-7F32-4066-80F2-6014ADFCC416}">
      <dgm:prSet/>
      <dgm:spPr/>
      <dgm:t>
        <a:bodyPr/>
        <a:lstStyle/>
        <a:p>
          <a:endParaRPr lang="zh-TW" altLang="en-US"/>
        </a:p>
      </dgm:t>
    </dgm:pt>
    <dgm:pt modelId="{E93FD796-8722-4D04-8FF4-319C9859F867}">
      <dgm:prSet phldrT="[文字]" phldr="1"/>
      <dgm:spPr/>
      <dgm:t>
        <a:bodyPr/>
        <a:lstStyle/>
        <a:p>
          <a:endParaRPr lang="zh-TW" altLang="en-US" dirty="0"/>
        </a:p>
      </dgm:t>
    </dgm:pt>
    <dgm:pt modelId="{AB5A5B2E-AB03-420A-BBF4-B51918C3FDF1}" type="parTrans" cxnId="{446E41C9-9332-4D5E-8B6E-FE4E991768B4}">
      <dgm:prSet/>
      <dgm:spPr/>
      <dgm:t>
        <a:bodyPr/>
        <a:lstStyle/>
        <a:p>
          <a:endParaRPr lang="zh-TW" altLang="en-US"/>
        </a:p>
      </dgm:t>
    </dgm:pt>
    <dgm:pt modelId="{7C4CAFAB-E99C-45A2-9201-5F36E96C43D1}" type="sibTrans" cxnId="{446E41C9-9332-4D5E-8B6E-FE4E991768B4}">
      <dgm:prSet/>
      <dgm:spPr/>
      <dgm:t>
        <a:bodyPr/>
        <a:lstStyle/>
        <a:p>
          <a:endParaRPr lang="zh-TW" altLang="en-US"/>
        </a:p>
      </dgm:t>
    </dgm:pt>
    <dgm:pt modelId="{99288B9E-1C13-4692-9404-893C4C9EFA4B}">
      <dgm:prSet phldrT="[文字]" phldr="1"/>
      <dgm:spPr/>
      <dgm:t>
        <a:bodyPr/>
        <a:lstStyle/>
        <a:p>
          <a:endParaRPr lang="zh-TW" altLang="en-US" dirty="0"/>
        </a:p>
      </dgm:t>
    </dgm:pt>
    <dgm:pt modelId="{16BA867C-8132-4574-8B68-BA0BE09C7CAF}" type="parTrans" cxnId="{5A293FC0-A436-4F57-BCCD-C37275FFF7D9}">
      <dgm:prSet/>
      <dgm:spPr/>
      <dgm:t>
        <a:bodyPr/>
        <a:lstStyle/>
        <a:p>
          <a:endParaRPr lang="zh-TW" altLang="en-US"/>
        </a:p>
      </dgm:t>
    </dgm:pt>
    <dgm:pt modelId="{75ED463B-786D-49FF-8BB4-57A7018FB614}" type="sibTrans" cxnId="{5A293FC0-A436-4F57-BCCD-C37275FFF7D9}">
      <dgm:prSet/>
      <dgm:spPr/>
      <dgm:t>
        <a:bodyPr/>
        <a:lstStyle/>
        <a:p>
          <a:endParaRPr lang="zh-TW" altLang="en-US"/>
        </a:p>
      </dgm:t>
    </dgm:pt>
    <dgm:pt modelId="{937B9B22-547F-42A5-8292-B5B7D1D3D711}">
      <dgm:prSet phldrT="[文字]"/>
      <dgm:spPr/>
      <dgm:t>
        <a:bodyPr/>
        <a:lstStyle/>
        <a:p>
          <a:endParaRPr lang="zh-TW" altLang="en-US" dirty="0"/>
        </a:p>
      </dgm:t>
    </dgm:pt>
    <dgm:pt modelId="{7CD31471-6051-403B-B4D1-A836C9A27623}" type="parTrans" cxnId="{1F1F66EF-F8F8-448B-9C09-5F4E39A1B7AD}">
      <dgm:prSet/>
      <dgm:spPr/>
      <dgm:t>
        <a:bodyPr/>
        <a:lstStyle/>
        <a:p>
          <a:endParaRPr lang="zh-TW" altLang="en-US"/>
        </a:p>
      </dgm:t>
    </dgm:pt>
    <dgm:pt modelId="{A495E27E-C815-4E2B-9E12-3B015E91A99F}" type="sibTrans" cxnId="{1F1F66EF-F8F8-448B-9C09-5F4E39A1B7AD}">
      <dgm:prSet/>
      <dgm:spPr/>
      <dgm:t>
        <a:bodyPr/>
        <a:lstStyle/>
        <a:p>
          <a:endParaRPr lang="zh-TW" altLang="en-US"/>
        </a:p>
      </dgm:t>
    </dgm:pt>
    <dgm:pt modelId="{604A5648-2D12-4BBE-90C1-CADF0319B7E6}">
      <dgm:prSet phldrT="[文字]"/>
      <dgm:spPr/>
      <dgm:t>
        <a:bodyPr/>
        <a:lstStyle/>
        <a:p>
          <a:endParaRPr lang="zh-TW" altLang="en-US" dirty="0"/>
        </a:p>
      </dgm:t>
    </dgm:pt>
    <dgm:pt modelId="{668F7D24-F04E-4438-8F3D-7CA7A1135216}" type="parTrans" cxnId="{F1E87EE0-2548-4B1F-85FB-14B7CD1059B7}">
      <dgm:prSet/>
      <dgm:spPr/>
      <dgm:t>
        <a:bodyPr/>
        <a:lstStyle/>
        <a:p>
          <a:endParaRPr lang="zh-TW" altLang="en-US"/>
        </a:p>
      </dgm:t>
    </dgm:pt>
    <dgm:pt modelId="{8817689E-678B-464E-AED8-6CFB3CAAE773}" type="sibTrans" cxnId="{F1E87EE0-2548-4B1F-85FB-14B7CD1059B7}">
      <dgm:prSet/>
      <dgm:spPr/>
      <dgm:t>
        <a:bodyPr/>
        <a:lstStyle/>
        <a:p>
          <a:endParaRPr lang="zh-TW" altLang="en-US"/>
        </a:p>
      </dgm:t>
    </dgm:pt>
    <dgm:pt modelId="{6EA80A91-FB32-4EC5-9286-212616522444}" type="pres">
      <dgm:prSet presAssocID="{BFB6B768-9288-4931-A13A-C8451494C728}" presName="Name0" presStyleCnt="0">
        <dgm:presLayoutVars>
          <dgm:dir/>
          <dgm:resizeHandles val="exact"/>
        </dgm:presLayoutVars>
      </dgm:prSet>
      <dgm:spPr/>
    </dgm:pt>
    <dgm:pt modelId="{8758817C-D287-4CE1-92B2-EB3E84964849}" type="pres">
      <dgm:prSet presAssocID="{BF1A4EAE-4958-4491-8A76-A4429C983A16}" presName="node" presStyleLbl="node1" presStyleIdx="0" presStyleCnt="5">
        <dgm:presLayoutVars>
          <dgm:bulletEnabled val="1"/>
        </dgm:presLayoutVars>
      </dgm:prSet>
      <dgm:spPr/>
    </dgm:pt>
    <dgm:pt modelId="{A1DF767E-AECE-4D61-BCFC-A97AA70BC17D}" type="pres">
      <dgm:prSet presAssocID="{5C371391-4981-4500-B178-D3B0A851224A}" presName="sibTrans" presStyleLbl="sibTrans2D1" presStyleIdx="0" presStyleCnt="4"/>
      <dgm:spPr/>
    </dgm:pt>
    <dgm:pt modelId="{F8B36F40-1E37-4884-9C55-3D712E215F9A}" type="pres">
      <dgm:prSet presAssocID="{5C371391-4981-4500-B178-D3B0A851224A}" presName="connectorText" presStyleLbl="sibTrans2D1" presStyleIdx="0" presStyleCnt="4"/>
      <dgm:spPr/>
    </dgm:pt>
    <dgm:pt modelId="{4076D027-D962-4674-B79B-B240DDB9301C}" type="pres">
      <dgm:prSet presAssocID="{E93FD796-8722-4D04-8FF4-319C9859F867}" presName="node" presStyleLbl="node1" presStyleIdx="1" presStyleCnt="5">
        <dgm:presLayoutVars>
          <dgm:bulletEnabled val="1"/>
        </dgm:presLayoutVars>
      </dgm:prSet>
      <dgm:spPr/>
    </dgm:pt>
    <dgm:pt modelId="{D74EB2A7-3860-46E2-B2DC-471F0EE33465}" type="pres">
      <dgm:prSet presAssocID="{7C4CAFAB-E99C-45A2-9201-5F36E96C43D1}" presName="sibTrans" presStyleLbl="sibTrans2D1" presStyleIdx="1" presStyleCnt="4"/>
      <dgm:spPr/>
    </dgm:pt>
    <dgm:pt modelId="{2C8F42A4-F824-4419-A20A-BD1266104F40}" type="pres">
      <dgm:prSet presAssocID="{7C4CAFAB-E99C-45A2-9201-5F36E96C43D1}" presName="connectorText" presStyleLbl="sibTrans2D1" presStyleIdx="1" presStyleCnt="4"/>
      <dgm:spPr/>
    </dgm:pt>
    <dgm:pt modelId="{C714CDBD-90AF-4BDE-905B-EA85F1041A55}" type="pres">
      <dgm:prSet presAssocID="{99288B9E-1C13-4692-9404-893C4C9EFA4B}" presName="node" presStyleLbl="node1" presStyleIdx="2" presStyleCnt="5">
        <dgm:presLayoutVars>
          <dgm:bulletEnabled val="1"/>
        </dgm:presLayoutVars>
      </dgm:prSet>
      <dgm:spPr/>
    </dgm:pt>
    <dgm:pt modelId="{E439F22C-659E-41C6-93D4-E63856DA137B}" type="pres">
      <dgm:prSet presAssocID="{75ED463B-786D-49FF-8BB4-57A7018FB614}" presName="sibTrans" presStyleLbl="sibTrans2D1" presStyleIdx="2" presStyleCnt="4"/>
      <dgm:spPr/>
    </dgm:pt>
    <dgm:pt modelId="{1FFBA846-8572-415F-B6F5-A50D7B7D219C}" type="pres">
      <dgm:prSet presAssocID="{75ED463B-786D-49FF-8BB4-57A7018FB614}" presName="connectorText" presStyleLbl="sibTrans2D1" presStyleIdx="2" presStyleCnt="4"/>
      <dgm:spPr/>
    </dgm:pt>
    <dgm:pt modelId="{3B7DDD89-43FE-4B01-A3E9-B313CCC83DA4}" type="pres">
      <dgm:prSet presAssocID="{604A5648-2D12-4BBE-90C1-CADF0319B7E6}" presName="node" presStyleLbl="node1" presStyleIdx="3" presStyleCnt="5">
        <dgm:presLayoutVars>
          <dgm:bulletEnabled val="1"/>
        </dgm:presLayoutVars>
      </dgm:prSet>
      <dgm:spPr/>
    </dgm:pt>
    <dgm:pt modelId="{5E8300AD-4776-4F7B-8CE9-49DE0B04D713}" type="pres">
      <dgm:prSet presAssocID="{8817689E-678B-464E-AED8-6CFB3CAAE773}" presName="sibTrans" presStyleLbl="sibTrans2D1" presStyleIdx="3" presStyleCnt="4"/>
      <dgm:spPr/>
    </dgm:pt>
    <dgm:pt modelId="{63467DA3-F4B5-4804-8C81-D69E5EC554BB}" type="pres">
      <dgm:prSet presAssocID="{8817689E-678B-464E-AED8-6CFB3CAAE773}" presName="connectorText" presStyleLbl="sibTrans2D1" presStyleIdx="3" presStyleCnt="4"/>
      <dgm:spPr/>
    </dgm:pt>
    <dgm:pt modelId="{AA13AA2B-4AC6-4766-B374-446CA4D42EBF}" type="pres">
      <dgm:prSet presAssocID="{937B9B22-547F-42A5-8292-B5B7D1D3D711}" presName="node" presStyleLbl="node1" presStyleIdx="4" presStyleCnt="5">
        <dgm:presLayoutVars>
          <dgm:bulletEnabled val="1"/>
        </dgm:presLayoutVars>
      </dgm:prSet>
      <dgm:spPr/>
    </dgm:pt>
  </dgm:ptLst>
  <dgm:cxnLst>
    <dgm:cxn modelId="{2956F40C-00AF-40DD-AD97-0F9166C7AE75}" type="presOf" srcId="{75ED463B-786D-49FF-8BB4-57A7018FB614}" destId="{1FFBA846-8572-415F-B6F5-A50D7B7D219C}" srcOrd="1" destOrd="0" presId="urn:microsoft.com/office/officeart/2005/8/layout/process1"/>
    <dgm:cxn modelId="{1C70DA11-4D7B-4DF4-963F-3856D306A002}" type="presOf" srcId="{937B9B22-547F-42A5-8292-B5B7D1D3D711}" destId="{AA13AA2B-4AC6-4766-B374-446CA4D42EBF}" srcOrd="0" destOrd="0" presId="urn:microsoft.com/office/officeart/2005/8/layout/process1"/>
    <dgm:cxn modelId="{5316E12F-D33E-42D1-BA3D-53B6B346E1A8}" type="presOf" srcId="{99288B9E-1C13-4692-9404-893C4C9EFA4B}" destId="{C714CDBD-90AF-4BDE-905B-EA85F1041A55}" srcOrd="0" destOrd="0" presId="urn:microsoft.com/office/officeart/2005/8/layout/process1"/>
    <dgm:cxn modelId="{0CB3EA69-EACE-40C6-B73A-25A9ECD48329}" type="presOf" srcId="{8817689E-678B-464E-AED8-6CFB3CAAE773}" destId="{63467DA3-F4B5-4804-8C81-D69E5EC554BB}" srcOrd="1" destOrd="0" presId="urn:microsoft.com/office/officeart/2005/8/layout/process1"/>
    <dgm:cxn modelId="{041BD34E-7F32-4066-80F2-6014ADFCC416}" srcId="{BFB6B768-9288-4931-A13A-C8451494C728}" destId="{BF1A4EAE-4958-4491-8A76-A4429C983A16}" srcOrd="0" destOrd="0" parTransId="{09669585-6CD2-471E-BAA2-E08B7CF427EF}" sibTransId="{5C371391-4981-4500-B178-D3B0A851224A}"/>
    <dgm:cxn modelId="{FBC70774-3405-4B89-9783-2F1ED996B90A}" type="presOf" srcId="{5C371391-4981-4500-B178-D3B0A851224A}" destId="{A1DF767E-AECE-4D61-BCFC-A97AA70BC17D}" srcOrd="0" destOrd="0" presId="urn:microsoft.com/office/officeart/2005/8/layout/process1"/>
    <dgm:cxn modelId="{AA732477-4951-49CC-9C75-1D5D00DDDF86}" type="presOf" srcId="{75ED463B-786D-49FF-8BB4-57A7018FB614}" destId="{E439F22C-659E-41C6-93D4-E63856DA137B}" srcOrd="0" destOrd="0" presId="urn:microsoft.com/office/officeart/2005/8/layout/process1"/>
    <dgm:cxn modelId="{F94BC27F-1AF5-4548-9BCA-1DB15480AFAF}" type="presOf" srcId="{8817689E-678B-464E-AED8-6CFB3CAAE773}" destId="{5E8300AD-4776-4F7B-8CE9-49DE0B04D713}" srcOrd="0" destOrd="0" presId="urn:microsoft.com/office/officeart/2005/8/layout/process1"/>
    <dgm:cxn modelId="{679F9F83-22F9-4E55-9D81-AEFB4A7873CC}" type="presOf" srcId="{BFB6B768-9288-4931-A13A-C8451494C728}" destId="{6EA80A91-FB32-4EC5-9286-212616522444}" srcOrd="0" destOrd="0" presId="urn:microsoft.com/office/officeart/2005/8/layout/process1"/>
    <dgm:cxn modelId="{5A293FC0-A436-4F57-BCCD-C37275FFF7D9}" srcId="{BFB6B768-9288-4931-A13A-C8451494C728}" destId="{99288B9E-1C13-4692-9404-893C4C9EFA4B}" srcOrd="2" destOrd="0" parTransId="{16BA867C-8132-4574-8B68-BA0BE09C7CAF}" sibTransId="{75ED463B-786D-49FF-8BB4-57A7018FB614}"/>
    <dgm:cxn modelId="{12DA31C3-163B-438A-8B3A-987E1B34AD5C}" type="presOf" srcId="{7C4CAFAB-E99C-45A2-9201-5F36E96C43D1}" destId="{2C8F42A4-F824-4419-A20A-BD1266104F40}" srcOrd="1" destOrd="0" presId="urn:microsoft.com/office/officeart/2005/8/layout/process1"/>
    <dgm:cxn modelId="{446E41C9-9332-4D5E-8B6E-FE4E991768B4}" srcId="{BFB6B768-9288-4931-A13A-C8451494C728}" destId="{E93FD796-8722-4D04-8FF4-319C9859F867}" srcOrd="1" destOrd="0" parTransId="{AB5A5B2E-AB03-420A-BBF4-B51918C3FDF1}" sibTransId="{7C4CAFAB-E99C-45A2-9201-5F36E96C43D1}"/>
    <dgm:cxn modelId="{0687A9CA-3058-4B11-9712-5C8EF8C4998A}" type="presOf" srcId="{5C371391-4981-4500-B178-D3B0A851224A}" destId="{F8B36F40-1E37-4884-9C55-3D712E215F9A}" srcOrd="1" destOrd="0" presId="urn:microsoft.com/office/officeart/2005/8/layout/process1"/>
    <dgm:cxn modelId="{59A761DA-C1C2-4E05-A16E-6D73EDACC8C5}" type="presOf" srcId="{604A5648-2D12-4BBE-90C1-CADF0319B7E6}" destId="{3B7DDD89-43FE-4B01-A3E9-B313CCC83DA4}" srcOrd="0" destOrd="0" presId="urn:microsoft.com/office/officeart/2005/8/layout/process1"/>
    <dgm:cxn modelId="{F1E87EE0-2548-4B1F-85FB-14B7CD1059B7}" srcId="{BFB6B768-9288-4931-A13A-C8451494C728}" destId="{604A5648-2D12-4BBE-90C1-CADF0319B7E6}" srcOrd="3" destOrd="0" parTransId="{668F7D24-F04E-4438-8F3D-7CA7A1135216}" sibTransId="{8817689E-678B-464E-AED8-6CFB3CAAE773}"/>
    <dgm:cxn modelId="{42F888E7-86F1-47B5-851F-19309D234D33}" type="presOf" srcId="{BF1A4EAE-4958-4491-8A76-A4429C983A16}" destId="{8758817C-D287-4CE1-92B2-EB3E84964849}" srcOrd="0" destOrd="0" presId="urn:microsoft.com/office/officeart/2005/8/layout/process1"/>
    <dgm:cxn modelId="{1F1F66EF-F8F8-448B-9C09-5F4E39A1B7AD}" srcId="{BFB6B768-9288-4931-A13A-C8451494C728}" destId="{937B9B22-547F-42A5-8292-B5B7D1D3D711}" srcOrd="4" destOrd="0" parTransId="{7CD31471-6051-403B-B4D1-A836C9A27623}" sibTransId="{A495E27E-C815-4E2B-9E12-3B015E91A99F}"/>
    <dgm:cxn modelId="{46E45DF0-A9D1-4E7A-8F12-8F0D7F2ED8D9}" type="presOf" srcId="{E93FD796-8722-4D04-8FF4-319C9859F867}" destId="{4076D027-D962-4674-B79B-B240DDB9301C}" srcOrd="0" destOrd="0" presId="urn:microsoft.com/office/officeart/2005/8/layout/process1"/>
    <dgm:cxn modelId="{B7E8E6F1-6B08-4568-9DBE-647728C24843}" type="presOf" srcId="{7C4CAFAB-E99C-45A2-9201-5F36E96C43D1}" destId="{D74EB2A7-3860-46E2-B2DC-471F0EE33465}" srcOrd="0" destOrd="0" presId="urn:microsoft.com/office/officeart/2005/8/layout/process1"/>
    <dgm:cxn modelId="{A78B7A34-537C-40A2-A248-79752F2B6672}" type="presParOf" srcId="{6EA80A91-FB32-4EC5-9286-212616522444}" destId="{8758817C-D287-4CE1-92B2-EB3E84964849}" srcOrd="0" destOrd="0" presId="urn:microsoft.com/office/officeart/2005/8/layout/process1"/>
    <dgm:cxn modelId="{839DADCB-21E4-4FBD-AA37-95DB28A9DF55}" type="presParOf" srcId="{6EA80A91-FB32-4EC5-9286-212616522444}" destId="{A1DF767E-AECE-4D61-BCFC-A97AA70BC17D}" srcOrd="1" destOrd="0" presId="urn:microsoft.com/office/officeart/2005/8/layout/process1"/>
    <dgm:cxn modelId="{951C49B6-3FC6-4B8F-93AD-F78FDA217D22}" type="presParOf" srcId="{A1DF767E-AECE-4D61-BCFC-A97AA70BC17D}" destId="{F8B36F40-1E37-4884-9C55-3D712E215F9A}" srcOrd="0" destOrd="0" presId="urn:microsoft.com/office/officeart/2005/8/layout/process1"/>
    <dgm:cxn modelId="{2FA8F6CD-6BBB-4846-B8C7-2898AD257A75}" type="presParOf" srcId="{6EA80A91-FB32-4EC5-9286-212616522444}" destId="{4076D027-D962-4674-B79B-B240DDB9301C}" srcOrd="2" destOrd="0" presId="urn:microsoft.com/office/officeart/2005/8/layout/process1"/>
    <dgm:cxn modelId="{33B2A3CE-08FE-4300-9F64-61BDC01DD48F}" type="presParOf" srcId="{6EA80A91-FB32-4EC5-9286-212616522444}" destId="{D74EB2A7-3860-46E2-B2DC-471F0EE33465}" srcOrd="3" destOrd="0" presId="urn:microsoft.com/office/officeart/2005/8/layout/process1"/>
    <dgm:cxn modelId="{223B51E7-5757-42D0-9418-A484C486CDC5}" type="presParOf" srcId="{D74EB2A7-3860-46E2-B2DC-471F0EE33465}" destId="{2C8F42A4-F824-4419-A20A-BD1266104F40}" srcOrd="0" destOrd="0" presId="urn:microsoft.com/office/officeart/2005/8/layout/process1"/>
    <dgm:cxn modelId="{96329BC2-AC5C-4963-929A-CE2537931364}" type="presParOf" srcId="{6EA80A91-FB32-4EC5-9286-212616522444}" destId="{C714CDBD-90AF-4BDE-905B-EA85F1041A55}" srcOrd="4" destOrd="0" presId="urn:microsoft.com/office/officeart/2005/8/layout/process1"/>
    <dgm:cxn modelId="{EA0DB79B-01B0-43CD-B236-AC510A2923F7}" type="presParOf" srcId="{6EA80A91-FB32-4EC5-9286-212616522444}" destId="{E439F22C-659E-41C6-93D4-E63856DA137B}" srcOrd="5" destOrd="0" presId="urn:microsoft.com/office/officeart/2005/8/layout/process1"/>
    <dgm:cxn modelId="{F588F0A8-85CB-4CBC-BDC1-AC41A20DAF1D}" type="presParOf" srcId="{E439F22C-659E-41C6-93D4-E63856DA137B}" destId="{1FFBA846-8572-415F-B6F5-A50D7B7D219C}" srcOrd="0" destOrd="0" presId="urn:microsoft.com/office/officeart/2005/8/layout/process1"/>
    <dgm:cxn modelId="{4C4E6CED-3E4F-45AD-AE74-5873EE0C2787}" type="presParOf" srcId="{6EA80A91-FB32-4EC5-9286-212616522444}" destId="{3B7DDD89-43FE-4B01-A3E9-B313CCC83DA4}" srcOrd="6" destOrd="0" presId="urn:microsoft.com/office/officeart/2005/8/layout/process1"/>
    <dgm:cxn modelId="{925E91A2-6647-4FF1-BBF7-9DB8AEF2EAF4}" type="presParOf" srcId="{6EA80A91-FB32-4EC5-9286-212616522444}" destId="{5E8300AD-4776-4F7B-8CE9-49DE0B04D713}" srcOrd="7" destOrd="0" presId="urn:microsoft.com/office/officeart/2005/8/layout/process1"/>
    <dgm:cxn modelId="{0E1DC453-9692-4B69-92C7-CC5E75DD161E}" type="presParOf" srcId="{5E8300AD-4776-4F7B-8CE9-49DE0B04D713}" destId="{63467DA3-F4B5-4804-8C81-D69E5EC554BB}" srcOrd="0" destOrd="0" presId="urn:microsoft.com/office/officeart/2005/8/layout/process1"/>
    <dgm:cxn modelId="{6FF65F70-B5B5-48D6-BF6B-7481A5B2E7CC}" type="presParOf" srcId="{6EA80A91-FB32-4EC5-9286-212616522444}" destId="{AA13AA2B-4AC6-4766-B374-446CA4D42EBF}" srcOrd="8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BFB6B768-9288-4931-A13A-C8451494C728}" type="doc">
      <dgm:prSet loTypeId="urn:microsoft.com/office/officeart/2005/8/layout/vProcess5" loCatId="process" qsTypeId="urn:microsoft.com/office/officeart/2005/8/quickstyle/simple1" qsCatId="simple" csTypeId="urn:microsoft.com/office/officeart/2005/8/colors/accent1_4" csCatId="accent1" phldr="1"/>
      <dgm:spPr/>
    </dgm:pt>
    <dgm:pt modelId="{BF1A4EAE-4958-4491-8A76-A4429C983A16}">
      <dgm:prSet phldrT="[文字]" phldr="1"/>
      <dgm:spPr/>
      <dgm:t>
        <a:bodyPr/>
        <a:lstStyle/>
        <a:p>
          <a:endParaRPr lang="zh-TW" altLang="en-US" dirty="0"/>
        </a:p>
      </dgm:t>
    </dgm:pt>
    <dgm:pt modelId="{09669585-6CD2-471E-BAA2-E08B7CF427EF}" type="parTrans" cxnId="{041BD34E-7F32-4066-80F2-6014ADFCC416}">
      <dgm:prSet/>
      <dgm:spPr/>
      <dgm:t>
        <a:bodyPr/>
        <a:lstStyle/>
        <a:p>
          <a:endParaRPr lang="zh-TW" altLang="en-US"/>
        </a:p>
      </dgm:t>
    </dgm:pt>
    <dgm:pt modelId="{5C371391-4981-4500-B178-D3B0A851224A}" type="sibTrans" cxnId="{041BD34E-7F32-4066-80F2-6014ADFCC416}">
      <dgm:prSet/>
      <dgm:spPr/>
      <dgm:t>
        <a:bodyPr/>
        <a:lstStyle/>
        <a:p>
          <a:endParaRPr lang="zh-TW" altLang="en-US"/>
        </a:p>
      </dgm:t>
    </dgm:pt>
    <dgm:pt modelId="{E93FD796-8722-4D04-8FF4-319C9859F867}">
      <dgm:prSet phldrT="[文字]" phldr="1"/>
      <dgm:spPr/>
      <dgm:t>
        <a:bodyPr/>
        <a:lstStyle/>
        <a:p>
          <a:endParaRPr lang="zh-TW" altLang="en-US" dirty="0"/>
        </a:p>
      </dgm:t>
    </dgm:pt>
    <dgm:pt modelId="{AB5A5B2E-AB03-420A-BBF4-B51918C3FDF1}" type="parTrans" cxnId="{446E41C9-9332-4D5E-8B6E-FE4E991768B4}">
      <dgm:prSet/>
      <dgm:spPr/>
      <dgm:t>
        <a:bodyPr/>
        <a:lstStyle/>
        <a:p>
          <a:endParaRPr lang="zh-TW" altLang="en-US"/>
        </a:p>
      </dgm:t>
    </dgm:pt>
    <dgm:pt modelId="{7C4CAFAB-E99C-45A2-9201-5F36E96C43D1}" type="sibTrans" cxnId="{446E41C9-9332-4D5E-8B6E-FE4E991768B4}">
      <dgm:prSet/>
      <dgm:spPr/>
      <dgm:t>
        <a:bodyPr/>
        <a:lstStyle/>
        <a:p>
          <a:endParaRPr lang="zh-TW" altLang="en-US"/>
        </a:p>
      </dgm:t>
    </dgm:pt>
    <dgm:pt modelId="{99288B9E-1C13-4692-9404-893C4C9EFA4B}">
      <dgm:prSet phldrT="[文字]" phldr="1"/>
      <dgm:spPr/>
      <dgm:t>
        <a:bodyPr/>
        <a:lstStyle/>
        <a:p>
          <a:endParaRPr lang="zh-TW" altLang="en-US" dirty="0"/>
        </a:p>
      </dgm:t>
    </dgm:pt>
    <dgm:pt modelId="{16BA867C-8132-4574-8B68-BA0BE09C7CAF}" type="parTrans" cxnId="{5A293FC0-A436-4F57-BCCD-C37275FFF7D9}">
      <dgm:prSet/>
      <dgm:spPr/>
      <dgm:t>
        <a:bodyPr/>
        <a:lstStyle/>
        <a:p>
          <a:endParaRPr lang="zh-TW" altLang="en-US"/>
        </a:p>
      </dgm:t>
    </dgm:pt>
    <dgm:pt modelId="{75ED463B-786D-49FF-8BB4-57A7018FB614}" type="sibTrans" cxnId="{5A293FC0-A436-4F57-BCCD-C37275FFF7D9}">
      <dgm:prSet/>
      <dgm:spPr/>
      <dgm:t>
        <a:bodyPr/>
        <a:lstStyle/>
        <a:p>
          <a:endParaRPr lang="zh-TW" altLang="en-US"/>
        </a:p>
      </dgm:t>
    </dgm:pt>
    <dgm:pt modelId="{937B9B22-547F-42A5-8292-B5B7D1D3D711}">
      <dgm:prSet phldrT="[文字]"/>
      <dgm:spPr/>
      <dgm:t>
        <a:bodyPr/>
        <a:lstStyle/>
        <a:p>
          <a:endParaRPr lang="zh-TW" altLang="en-US" dirty="0"/>
        </a:p>
      </dgm:t>
    </dgm:pt>
    <dgm:pt modelId="{7CD31471-6051-403B-B4D1-A836C9A27623}" type="parTrans" cxnId="{1F1F66EF-F8F8-448B-9C09-5F4E39A1B7AD}">
      <dgm:prSet/>
      <dgm:spPr/>
      <dgm:t>
        <a:bodyPr/>
        <a:lstStyle/>
        <a:p>
          <a:endParaRPr lang="zh-TW" altLang="en-US"/>
        </a:p>
      </dgm:t>
    </dgm:pt>
    <dgm:pt modelId="{A495E27E-C815-4E2B-9E12-3B015E91A99F}" type="sibTrans" cxnId="{1F1F66EF-F8F8-448B-9C09-5F4E39A1B7AD}">
      <dgm:prSet/>
      <dgm:spPr/>
      <dgm:t>
        <a:bodyPr/>
        <a:lstStyle/>
        <a:p>
          <a:endParaRPr lang="zh-TW" altLang="en-US"/>
        </a:p>
      </dgm:t>
    </dgm:pt>
    <dgm:pt modelId="{604A5648-2D12-4BBE-90C1-CADF0319B7E6}">
      <dgm:prSet phldrT="[文字]"/>
      <dgm:spPr/>
      <dgm:t>
        <a:bodyPr/>
        <a:lstStyle/>
        <a:p>
          <a:endParaRPr lang="zh-TW" altLang="en-US" dirty="0"/>
        </a:p>
      </dgm:t>
    </dgm:pt>
    <dgm:pt modelId="{668F7D24-F04E-4438-8F3D-7CA7A1135216}" type="parTrans" cxnId="{F1E87EE0-2548-4B1F-85FB-14B7CD1059B7}">
      <dgm:prSet/>
      <dgm:spPr/>
      <dgm:t>
        <a:bodyPr/>
        <a:lstStyle/>
        <a:p>
          <a:endParaRPr lang="zh-TW" altLang="en-US"/>
        </a:p>
      </dgm:t>
    </dgm:pt>
    <dgm:pt modelId="{8817689E-678B-464E-AED8-6CFB3CAAE773}" type="sibTrans" cxnId="{F1E87EE0-2548-4B1F-85FB-14B7CD1059B7}">
      <dgm:prSet/>
      <dgm:spPr/>
      <dgm:t>
        <a:bodyPr/>
        <a:lstStyle/>
        <a:p>
          <a:endParaRPr lang="zh-TW" altLang="en-US"/>
        </a:p>
      </dgm:t>
    </dgm:pt>
    <dgm:pt modelId="{77C0B57C-823A-4087-B980-A3F3130EE5BE}" type="pres">
      <dgm:prSet presAssocID="{BFB6B768-9288-4931-A13A-C8451494C728}" presName="outerComposite" presStyleCnt="0">
        <dgm:presLayoutVars>
          <dgm:chMax val="5"/>
          <dgm:dir/>
          <dgm:resizeHandles val="exact"/>
        </dgm:presLayoutVars>
      </dgm:prSet>
      <dgm:spPr/>
    </dgm:pt>
    <dgm:pt modelId="{EED37A9B-2CDA-42DC-825C-A43C70CA5637}" type="pres">
      <dgm:prSet presAssocID="{BFB6B768-9288-4931-A13A-C8451494C728}" presName="dummyMaxCanvas" presStyleCnt="0">
        <dgm:presLayoutVars/>
      </dgm:prSet>
      <dgm:spPr/>
    </dgm:pt>
    <dgm:pt modelId="{0E2603B6-8035-4843-A2BF-B962ECB28E23}" type="pres">
      <dgm:prSet presAssocID="{BFB6B768-9288-4931-A13A-C8451494C728}" presName="FiveNodes_1" presStyleLbl="node1" presStyleIdx="0" presStyleCnt="5">
        <dgm:presLayoutVars>
          <dgm:bulletEnabled val="1"/>
        </dgm:presLayoutVars>
      </dgm:prSet>
      <dgm:spPr/>
    </dgm:pt>
    <dgm:pt modelId="{83C97043-6098-48E8-8E6F-56F76A78BE3F}" type="pres">
      <dgm:prSet presAssocID="{BFB6B768-9288-4931-A13A-C8451494C728}" presName="FiveNodes_2" presStyleLbl="node1" presStyleIdx="1" presStyleCnt="5">
        <dgm:presLayoutVars>
          <dgm:bulletEnabled val="1"/>
        </dgm:presLayoutVars>
      </dgm:prSet>
      <dgm:spPr/>
    </dgm:pt>
    <dgm:pt modelId="{5F30B50C-A660-4EA3-ABBE-C7D6FD514E14}" type="pres">
      <dgm:prSet presAssocID="{BFB6B768-9288-4931-A13A-C8451494C728}" presName="FiveNodes_3" presStyleLbl="node1" presStyleIdx="2" presStyleCnt="5">
        <dgm:presLayoutVars>
          <dgm:bulletEnabled val="1"/>
        </dgm:presLayoutVars>
      </dgm:prSet>
      <dgm:spPr/>
    </dgm:pt>
    <dgm:pt modelId="{F8C82C79-29AA-4B27-BB64-BF6DA2B31CAD}" type="pres">
      <dgm:prSet presAssocID="{BFB6B768-9288-4931-A13A-C8451494C728}" presName="FiveNodes_4" presStyleLbl="node1" presStyleIdx="3" presStyleCnt="5">
        <dgm:presLayoutVars>
          <dgm:bulletEnabled val="1"/>
        </dgm:presLayoutVars>
      </dgm:prSet>
      <dgm:spPr/>
    </dgm:pt>
    <dgm:pt modelId="{DE386499-10C3-45F8-9C63-ACDC9AB2D8EF}" type="pres">
      <dgm:prSet presAssocID="{BFB6B768-9288-4931-A13A-C8451494C728}" presName="FiveNodes_5" presStyleLbl="node1" presStyleIdx="4" presStyleCnt="5">
        <dgm:presLayoutVars>
          <dgm:bulletEnabled val="1"/>
        </dgm:presLayoutVars>
      </dgm:prSet>
      <dgm:spPr/>
    </dgm:pt>
    <dgm:pt modelId="{725E89E2-1905-4604-99C8-DE62F10D8BF6}" type="pres">
      <dgm:prSet presAssocID="{BFB6B768-9288-4931-A13A-C8451494C728}" presName="FiveConn_1-2" presStyleLbl="fgAccFollowNode1" presStyleIdx="0" presStyleCnt="4">
        <dgm:presLayoutVars>
          <dgm:bulletEnabled val="1"/>
        </dgm:presLayoutVars>
      </dgm:prSet>
      <dgm:spPr/>
    </dgm:pt>
    <dgm:pt modelId="{F6402685-94C2-4D9F-9B6F-C6B55CCF62DC}" type="pres">
      <dgm:prSet presAssocID="{BFB6B768-9288-4931-A13A-C8451494C728}" presName="FiveConn_2-3" presStyleLbl="fgAccFollowNode1" presStyleIdx="1" presStyleCnt="4">
        <dgm:presLayoutVars>
          <dgm:bulletEnabled val="1"/>
        </dgm:presLayoutVars>
      </dgm:prSet>
      <dgm:spPr/>
    </dgm:pt>
    <dgm:pt modelId="{43A7CC9C-9AAC-4E89-A6BC-E9AB52226D73}" type="pres">
      <dgm:prSet presAssocID="{BFB6B768-9288-4931-A13A-C8451494C728}" presName="FiveConn_3-4" presStyleLbl="fgAccFollowNode1" presStyleIdx="2" presStyleCnt="4">
        <dgm:presLayoutVars>
          <dgm:bulletEnabled val="1"/>
        </dgm:presLayoutVars>
      </dgm:prSet>
      <dgm:spPr/>
    </dgm:pt>
    <dgm:pt modelId="{0497A49F-9321-4E24-BB7F-341367D89E27}" type="pres">
      <dgm:prSet presAssocID="{BFB6B768-9288-4931-A13A-C8451494C728}" presName="FiveConn_4-5" presStyleLbl="fgAccFollowNode1" presStyleIdx="3" presStyleCnt="4">
        <dgm:presLayoutVars>
          <dgm:bulletEnabled val="1"/>
        </dgm:presLayoutVars>
      </dgm:prSet>
      <dgm:spPr/>
    </dgm:pt>
    <dgm:pt modelId="{92F4E647-0B44-4345-9FCE-49EEC7DA2CAF}" type="pres">
      <dgm:prSet presAssocID="{BFB6B768-9288-4931-A13A-C8451494C728}" presName="FiveNodes_1_text" presStyleLbl="node1" presStyleIdx="4" presStyleCnt="5">
        <dgm:presLayoutVars>
          <dgm:bulletEnabled val="1"/>
        </dgm:presLayoutVars>
      </dgm:prSet>
      <dgm:spPr/>
    </dgm:pt>
    <dgm:pt modelId="{3BDA4202-01C2-4A31-AF70-E1DB90985B2F}" type="pres">
      <dgm:prSet presAssocID="{BFB6B768-9288-4931-A13A-C8451494C728}" presName="FiveNodes_2_text" presStyleLbl="node1" presStyleIdx="4" presStyleCnt="5">
        <dgm:presLayoutVars>
          <dgm:bulletEnabled val="1"/>
        </dgm:presLayoutVars>
      </dgm:prSet>
      <dgm:spPr/>
    </dgm:pt>
    <dgm:pt modelId="{C6F91A62-9EDD-402A-A04E-C54E52AC62D0}" type="pres">
      <dgm:prSet presAssocID="{BFB6B768-9288-4931-A13A-C8451494C728}" presName="FiveNodes_3_text" presStyleLbl="node1" presStyleIdx="4" presStyleCnt="5">
        <dgm:presLayoutVars>
          <dgm:bulletEnabled val="1"/>
        </dgm:presLayoutVars>
      </dgm:prSet>
      <dgm:spPr/>
    </dgm:pt>
    <dgm:pt modelId="{08CF314C-2B27-4083-9A07-0F20BF44C814}" type="pres">
      <dgm:prSet presAssocID="{BFB6B768-9288-4931-A13A-C8451494C728}" presName="FiveNodes_4_text" presStyleLbl="node1" presStyleIdx="4" presStyleCnt="5">
        <dgm:presLayoutVars>
          <dgm:bulletEnabled val="1"/>
        </dgm:presLayoutVars>
      </dgm:prSet>
      <dgm:spPr/>
    </dgm:pt>
    <dgm:pt modelId="{1F229CB5-CB3A-4C49-ABAB-9C1286C9B2EF}" type="pres">
      <dgm:prSet presAssocID="{BFB6B768-9288-4931-A13A-C8451494C728}" presName="FiveNodes_5_text" presStyleLbl="node1" presStyleIdx="4" presStyleCnt="5">
        <dgm:presLayoutVars>
          <dgm:bulletEnabled val="1"/>
        </dgm:presLayoutVars>
      </dgm:prSet>
      <dgm:spPr/>
    </dgm:pt>
  </dgm:ptLst>
  <dgm:cxnLst>
    <dgm:cxn modelId="{79D99C0E-8AD6-44B6-A885-E867BE0701B8}" type="presOf" srcId="{E93FD796-8722-4D04-8FF4-319C9859F867}" destId="{83C97043-6098-48E8-8E6F-56F76A78BE3F}" srcOrd="0" destOrd="0" presId="urn:microsoft.com/office/officeart/2005/8/layout/vProcess5"/>
    <dgm:cxn modelId="{E46F751D-D50D-4FDF-B598-463E60EC6D71}" type="presOf" srcId="{99288B9E-1C13-4692-9404-893C4C9EFA4B}" destId="{5F30B50C-A660-4EA3-ABBE-C7D6FD514E14}" srcOrd="0" destOrd="0" presId="urn:microsoft.com/office/officeart/2005/8/layout/vProcess5"/>
    <dgm:cxn modelId="{42896F2D-E30C-4712-8E54-EB108806D10C}" type="presOf" srcId="{BFB6B768-9288-4931-A13A-C8451494C728}" destId="{77C0B57C-823A-4087-B980-A3F3130EE5BE}" srcOrd="0" destOrd="0" presId="urn:microsoft.com/office/officeart/2005/8/layout/vProcess5"/>
    <dgm:cxn modelId="{37A4783D-4458-42CB-BDD2-4413D4E53F25}" type="presOf" srcId="{937B9B22-547F-42A5-8292-B5B7D1D3D711}" destId="{1F229CB5-CB3A-4C49-ABAB-9C1286C9B2EF}" srcOrd="1" destOrd="0" presId="urn:microsoft.com/office/officeart/2005/8/layout/vProcess5"/>
    <dgm:cxn modelId="{C2873B6B-2A3E-475E-89E0-96E2187317EB}" type="presOf" srcId="{99288B9E-1C13-4692-9404-893C4C9EFA4B}" destId="{C6F91A62-9EDD-402A-A04E-C54E52AC62D0}" srcOrd="1" destOrd="0" presId="urn:microsoft.com/office/officeart/2005/8/layout/vProcess5"/>
    <dgm:cxn modelId="{041BD34E-7F32-4066-80F2-6014ADFCC416}" srcId="{BFB6B768-9288-4931-A13A-C8451494C728}" destId="{BF1A4EAE-4958-4491-8A76-A4429C983A16}" srcOrd="0" destOrd="0" parTransId="{09669585-6CD2-471E-BAA2-E08B7CF427EF}" sibTransId="{5C371391-4981-4500-B178-D3B0A851224A}"/>
    <dgm:cxn modelId="{177C0989-4F1D-4894-A5A8-F49D26EC40B0}" type="presOf" srcId="{BF1A4EAE-4958-4491-8A76-A4429C983A16}" destId="{92F4E647-0B44-4345-9FCE-49EEC7DA2CAF}" srcOrd="1" destOrd="0" presId="urn:microsoft.com/office/officeart/2005/8/layout/vProcess5"/>
    <dgm:cxn modelId="{D3C1A3AD-445B-48E4-868A-1A4CAD8766E9}" type="presOf" srcId="{7C4CAFAB-E99C-45A2-9201-5F36E96C43D1}" destId="{F6402685-94C2-4D9F-9B6F-C6B55CCF62DC}" srcOrd="0" destOrd="0" presId="urn:microsoft.com/office/officeart/2005/8/layout/vProcess5"/>
    <dgm:cxn modelId="{5A293FC0-A436-4F57-BCCD-C37275FFF7D9}" srcId="{BFB6B768-9288-4931-A13A-C8451494C728}" destId="{99288B9E-1C13-4692-9404-893C4C9EFA4B}" srcOrd="2" destOrd="0" parTransId="{16BA867C-8132-4574-8B68-BA0BE09C7CAF}" sibTransId="{75ED463B-786D-49FF-8BB4-57A7018FB614}"/>
    <dgm:cxn modelId="{956610C5-733F-4684-989E-DF725D43722F}" type="presOf" srcId="{BF1A4EAE-4958-4491-8A76-A4429C983A16}" destId="{0E2603B6-8035-4843-A2BF-B962ECB28E23}" srcOrd="0" destOrd="0" presId="urn:microsoft.com/office/officeart/2005/8/layout/vProcess5"/>
    <dgm:cxn modelId="{DCE04AC5-F2C7-4D70-85C5-896941AB2B20}" type="presOf" srcId="{604A5648-2D12-4BBE-90C1-CADF0319B7E6}" destId="{08CF314C-2B27-4083-9A07-0F20BF44C814}" srcOrd="1" destOrd="0" presId="urn:microsoft.com/office/officeart/2005/8/layout/vProcess5"/>
    <dgm:cxn modelId="{446E41C9-9332-4D5E-8B6E-FE4E991768B4}" srcId="{BFB6B768-9288-4931-A13A-C8451494C728}" destId="{E93FD796-8722-4D04-8FF4-319C9859F867}" srcOrd="1" destOrd="0" parTransId="{AB5A5B2E-AB03-420A-BBF4-B51918C3FDF1}" sibTransId="{7C4CAFAB-E99C-45A2-9201-5F36E96C43D1}"/>
    <dgm:cxn modelId="{F1E87EE0-2548-4B1F-85FB-14B7CD1059B7}" srcId="{BFB6B768-9288-4931-A13A-C8451494C728}" destId="{604A5648-2D12-4BBE-90C1-CADF0319B7E6}" srcOrd="3" destOrd="0" parTransId="{668F7D24-F04E-4438-8F3D-7CA7A1135216}" sibTransId="{8817689E-678B-464E-AED8-6CFB3CAAE773}"/>
    <dgm:cxn modelId="{1F1F66EF-F8F8-448B-9C09-5F4E39A1B7AD}" srcId="{BFB6B768-9288-4931-A13A-C8451494C728}" destId="{937B9B22-547F-42A5-8292-B5B7D1D3D711}" srcOrd="4" destOrd="0" parTransId="{7CD31471-6051-403B-B4D1-A836C9A27623}" sibTransId="{A495E27E-C815-4E2B-9E12-3B015E91A99F}"/>
    <dgm:cxn modelId="{88312FF0-C43F-4E4D-B5DD-B4EDFD2290FD}" type="presOf" srcId="{937B9B22-547F-42A5-8292-B5B7D1D3D711}" destId="{DE386499-10C3-45F8-9C63-ACDC9AB2D8EF}" srcOrd="0" destOrd="0" presId="urn:microsoft.com/office/officeart/2005/8/layout/vProcess5"/>
    <dgm:cxn modelId="{7B7ABCF1-EB71-484D-8D8E-54EC13F90D00}" type="presOf" srcId="{604A5648-2D12-4BBE-90C1-CADF0319B7E6}" destId="{F8C82C79-29AA-4B27-BB64-BF6DA2B31CAD}" srcOrd="0" destOrd="0" presId="urn:microsoft.com/office/officeart/2005/8/layout/vProcess5"/>
    <dgm:cxn modelId="{D98AD9F7-6EFB-4D40-8114-C99BFB3BDB4A}" type="presOf" srcId="{5C371391-4981-4500-B178-D3B0A851224A}" destId="{725E89E2-1905-4604-99C8-DE62F10D8BF6}" srcOrd="0" destOrd="0" presId="urn:microsoft.com/office/officeart/2005/8/layout/vProcess5"/>
    <dgm:cxn modelId="{B94840F9-51A5-49FE-A0C0-915B7036F7FD}" type="presOf" srcId="{8817689E-678B-464E-AED8-6CFB3CAAE773}" destId="{0497A49F-9321-4E24-BB7F-341367D89E27}" srcOrd="0" destOrd="0" presId="urn:microsoft.com/office/officeart/2005/8/layout/vProcess5"/>
    <dgm:cxn modelId="{146477FB-912C-48BF-911D-DB2C57DF167A}" type="presOf" srcId="{75ED463B-786D-49FF-8BB4-57A7018FB614}" destId="{43A7CC9C-9AAC-4E89-A6BC-E9AB52226D73}" srcOrd="0" destOrd="0" presId="urn:microsoft.com/office/officeart/2005/8/layout/vProcess5"/>
    <dgm:cxn modelId="{E29AA6FC-DE69-45D5-9BDC-9DA32634C072}" type="presOf" srcId="{E93FD796-8722-4D04-8FF4-319C9859F867}" destId="{3BDA4202-01C2-4A31-AF70-E1DB90985B2F}" srcOrd="1" destOrd="0" presId="urn:microsoft.com/office/officeart/2005/8/layout/vProcess5"/>
    <dgm:cxn modelId="{FF7550B0-5B4D-466E-B08E-B38F78CB9AB9}" type="presParOf" srcId="{77C0B57C-823A-4087-B980-A3F3130EE5BE}" destId="{EED37A9B-2CDA-42DC-825C-A43C70CA5637}" srcOrd="0" destOrd="0" presId="urn:microsoft.com/office/officeart/2005/8/layout/vProcess5"/>
    <dgm:cxn modelId="{91D2EB8C-4580-496A-8650-A2F3E04BD342}" type="presParOf" srcId="{77C0B57C-823A-4087-B980-A3F3130EE5BE}" destId="{0E2603B6-8035-4843-A2BF-B962ECB28E23}" srcOrd="1" destOrd="0" presId="urn:microsoft.com/office/officeart/2005/8/layout/vProcess5"/>
    <dgm:cxn modelId="{2B27EE73-A30C-4F0B-8FF8-40F81097D489}" type="presParOf" srcId="{77C0B57C-823A-4087-B980-A3F3130EE5BE}" destId="{83C97043-6098-48E8-8E6F-56F76A78BE3F}" srcOrd="2" destOrd="0" presId="urn:microsoft.com/office/officeart/2005/8/layout/vProcess5"/>
    <dgm:cxn modelId="{5B61A299-F1A6-4A76-8E32-42DBD51383B9}" type="presParOf" srcId="{77C0B57C-823A-4087-B980-A3F3130EE5BE}" destId="{5F30B50C-A660-4EA3-ABBE-C7D6FD514E14}" srcOrd="3" destOrd="0" presId="urn:microsoft.com/office/officeart/2005/8/layout/vProcess5"/>
    <dgm:cxn modelId="{FD284294-E951-4F87-A294-AEA312FACF5F}" type="presParOf" srcId="{77C0B57C-823A-4087-B980-A3F3130EE5BE}" destId="{F8C82C79-29AA-4B27-BB64-BF6DA2B31CAD}" srcOrd="4" destOrd="0" presId="urn:microsoft.com/office/officeart/2005/8/layout/vProcess5"/>
    <dgm:cxn modelId="{56B2B87F-2731-4D20-80EE-D9A297DB9530}" type="presParOf" srcId="{77C0B57C-823A-4087-B980-A3F3130EE5BE}" destId="{DE386499-10C3-45F8-9C63-ACDC9AB2D8EF}" srcOrd="5" destOrd="0" presId="urn:microsoft.com/office/officeart/2005/8/layout/vProcess5"/>
    <dgm:cxn modelId="{7C75D90D-CF35-4F50-9F5C-EED7D2B705A2}" type="presParOf" srcId="{77C0B57C-823A-4087-B980-A3F3130EE5BE}" destId="{725E89E2-1905-4604-99C8-DE62F10D8BF6}" srcOrd="6" destOrd="0" presId="urn:microsoft.com/office/officeart/2005/8/layout/vProcess5"/>
    <dgm:cxn modelId="{DBA7FDCB-68C0-48B2-9082-95D10F68CEE8}" type="presParOf" srcId="{77C0B57C-823A-4087-B980-A3F3130EE5BE}" destId="{F6402685-94C2-4D9F-9B6F-C6B55CCF62DC}" srcOrd="7" destOrd="0" presId="urn:microsoft.com/office/officeart/2005/8/layout/vProcess5"/>
    <dgm:cxn modelId="{6AEDC403-DB15-44B9-B1F7-29254B51BEBE}" type="presParOf" srcId="{77C0B57C-823A-4087-B980-A3F3130EE5BE}" destId="{43A7CC9C-9AAC-4E89-A6BC-E9AB52226D73}" srcOrd="8" destOrd="0" presId="urn:microsoft.com/office/officeart/2005/8/layout/vProcess5"/>
    <dgm:cxn modelId="{38A0ED5D-C50B-47F8-815A-1C117E0CA61A}" type="presParOf" srcId="{77C0B57C-823A-4087-B980-A3F3130EE5BE}" destId="{0497A49F-9321-4E24-BB7F-341367D89E27}" srcOrd="9" destOrd="0" presId="urn:microsoft.com/office/officeart/2005/8/layout/vProcess5"/>
    <dgm:cxn modelId="{86077E22-EEEF-4567-8E61-1E770D80A548}" type="presParOf" srcId="{77C0B57C-823A-4087-B980-A3F3130EE5BE}" destId="{92F4E647-0B44-4345-9FCE-49EEC7DA2CAF}" srcOrd="10" destOrd="0" presId="urn:microsoft.com/office/officeart/2005/8/layout/vProcess5"/>
    <dgm:cxn modelId="{A593584D-479B-4084-8961-5CA5E65A8C78}" type="presParOf" srcId="{77C0B57C-823A-4087-B980-A3F3130EE5BE}" destId="{3BDA4202-01C2-4A31-AF70-E1DB90985B2F}" srcOrd="11" destOrd="0" presId="urn:microsoft.com/office/officeart/2005/8/layout/vProcess5"/>
    <dgm:cxn modelId="{3BE1AFAA-6078-4265-BCF0-6B0D7B251B8E}" type="presParOf" srcId="{77C0B57C-823A-4087-B980-A3F3130EE5BE}" destId="{C6F91A62-9EDD-402A-A04E-C54E52AC62D0}" srcOrd="12" destOrd="0" presId="urn:microsoft.com/office/officeart/2005/8/layout/vProcess5"/>
    <dgm:cxn modelId="{E591791E-41D7-4EB5-9081-8B1FD226F9AF}" type="presParOf" srcId="{77C0B57C-823A-4087-B980-A3F3130EE5BE}" destId="{08CF314C-2B27-4083-9A07-0F20BF44C814}" srcOrd="13" destOrd="0" presId="urn:microsoft.com/office/officeart/2005/8/layout/vProcess5"/>
    <dgm:cxn modelId="{C70E4061-36C1-464C-8426-C843191826F0}" type="presParOf" srcId="{77C0B57C-823A-4087-B980-A3F3130EE5BE}" destId="{1F229CB5-CB3A-4C49-ABAB-9C1286C9B2EF}" srcOrd="14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0BF346D-D571-48A2-8F54-5447C7889098}">
      <dsp:nvSpPr>
        <dsp:cNvPr id="0" name=""/>
        <dsp:cNvSpPr/>
      </dsp:nvSpPr>
      <dsp:spPr>
        <a:xfrm>
          <a:off x="1984" y="2356114"/>
          <a:ext cx="1766093" cy="706437"/>
        </a:xfrm>
        <a:prstGeom prst="chevron">
          <a:avLst/>
        </a:prstGeom>
        <a:solidFill>
          <a:schemeClr val="accent1">
            <a:shade val="5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015" tIns="40005" rIns="40005" bIns="40005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3000" kern="1200" dirty="0"/>
        </a:p>
      </dsp:txBody>
      <dsp:txXfrm>
        <a:off x="355203" y="2356114"/>
        <a:ext cx="1059656" cy="706437"/>
      </dsp:txXfrm>
    </dsp:sp>
    <dsp:sp modelId="{09A600B4-4022-4DDB-995E-EC79353C2EB7}">
      <dsp:nvSpPr>
        <dsp:cNvPr id="0" name=""/>
        <dsp:cNvSpPr/>
      </dsp:nvSpPr>
      <dsp:spPr>
        <a:xfrm>
          <a:off x="1591468" y="2356114"/>
          <a:ext cx="1766093" cy="706437"/>
        </a:xfrm>
        <a:prstGeom prst="chevron">
          <a:avLst/>
        </a:prstGeom>
        <a:solidFill>
          <a:schemeClr val="accent1">
            <a:shade val="50000"/>
            <a:hueOff val="333479"/>
            <a:satOff val="-20472"/>
            <a:lumOff val="20264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015" tIns="40005" rIns="40005" bIns="40005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3000" kern="1200" dirty="0"/>
        </a:p>
      </dsp:txBody>
      <dsp:txXfrm>
        <a:off x="1944687" y="2356114"/>
        <a:ext cx="1059656" cy="706437"/>
      </dsp:txXfrm>
    </dsp:sp>
    <dsp:sp modelId="{7B2D12CA-B5AA-4244-851F-0465A8C23D5A}">
      <dsp:nvSpPr>
        <dsp:cNvPr id="0" name=""/>
        <dsp:cNvSpPr/>
      </dsp:nvSpPr>
      <dsp:spPr>
        <a:xfrm>
          <a:off x="3180953" y="2356114"/>
          <a:ext cx="1766093" cy="706437"/>
        </a:xfrm>
        <a:prstGeom prst="chevron">
          <a:avLst/>
        </a:prstGeom>
        <a:solidFill>
          <a:schemeClr val="accent1">
            <a:shade val="50000"/>
            <a:hueOff val="666958"/>
            <a:satOff val="-40943"/>
            <a:lumOff val="4052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015" tIns="40005" rIns="40005" bIns="40005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3000" kern="1200" dirty="0"/>
        </a:p>
      </dsp:txBody>
      <dsp:txXfrm>
        <a:off x="3534172" y="2356114"/>
        <a:ext cx="1059656" cy="706437"/>
      </dsp:txXfrm>
    </dsp:sp>
    <dsp:sp modelId="{D512B311-C76D-494E-98DE-44D1D4DC0F5A}">
      <dsp:nvSpPr>
        <dsp:cNvPr id="0" name=""/>
        <dsp:cNvSpPr/>
      </dsp:nvSpPr>
      <dsp:spPr>
        <a:xfrm>
          <a:off x="4770437" y="2356114"/>
          <a:ext cx="1766093" cy="706437"/>
        </a:xfrm>
        <a:prstGeom prst="chevron">
          <a:avLst/>
        </a:prstGeom>
        <a:solidFill>
          <a:schemeClr val="accent1">
            <a:shade val="50000"/>
            <a:hueOff val="666958"/>
            <a:satOff val="-40943"/>
            <a:lumOff val="4052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8021" tIns="56007" rIns="56007" bIns="56007" numCol="1" spcCol="1270" anchor="ctr" anchorCtr="0">
          <a:noAutofit/>
        </a:bodyPr>
        <a:lstStyle/>
        <a:p>
          <a:pPr marL="0" lvl="0" indent="0" algn="ctr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4200" kern="1200" dirty="0"/>
        </a:p>
      </dsp:txBody>
      <dsp:txXfrm>
        <a:off x="5123656" y="2356114"/>
        <a:ext cx="1059656" cy="706437"/>
      </dsp:txXfrm>
    </dsp:sp>
    <dsp:sp modelId="{21859402-5C8D-43DF-A958-B7C708E29CE8}">
      <dsp:nvSpPr>
        <dsp:cNvPr id="0" name=""/>
        <dsp:cNvSpPr/>
      </dsp:nvSpPr>
      <dsp:spPr>
        <a:xfrm>
          <a:off x="6359921" y="2356114"/>
          <a:ext cx="1766093" cy="706437"/>
        </a:xfrm>
        <a:prstGeom prst="chevron">
          <a:avLst/>
        </a:prstGeom>
        <a:solidFill>
          <a:schemeClr val="accent1">
            <a:shade val="50000"/>
            <a:hueOff val="333479"/>
            <a:satOff val="-20472"/>
            <a:lumOff val="20264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8021" tIns="56007" rIns="56007" bIns="56007" numCol="1" spcCol="1270" anchor="ctr" anchorCtr="0">
          <a:noAutofit/>
        </a:bodyPr>
        <a:lstStyle/>
        <a:p>
          <a:pPr marL="0" lvl="0" indent="0" algn="ctr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4200" kern="1200" dirty="0"/>
        </a:p>
      </dsp:txBody>
      <dsp:txXfrm>
        <a:off x="6713140" y="2356114"/>
        <a:ext cx="1059656" cy="706437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758817C-D287-4CE1-92B2-EB3E84964849}">
      <dsp:nvSpPr>
        <dsp:cNvPr id="0" name=""/>
        <dsp:cNvSpPr/>
      </dsp:nvSpPr>
      <dsp:spPr>
        <a:xfrm>
          <a:off x="3968" y="2340239"/>
          <a:ext cx="1230312" cy="738187"/>
        </a:xfrm>
        <a:prstGeom prst="roundRect">
          <a:avLst>
            <a:gd name="adj" fmla="val 10000"/>
          </a:avLst>
        </a:prstGeom>
        <a:solidFill>
          <a:schemeClr val="accent1">
            <a:shade val="5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2400" kern="1200" dirty="0"/>
        </a:p>
      </dsp:txBody>
      <dsp:txXfrm>
        <a:off x="25589" y="2361860"/>
        <a:ext cx="1187070" cy="694945"/>
      </dsp:txXfrm>
    </dsp:sp>
    <dsp:sp modelId="{A1DF767E-AECE-4D61-BCFC-A97AA70BC17D}">
      <dsp:nvSpPr>
        <dsp:cNvPr id="0" name=""/>
        <dsp:cNvSpPr/>
      </dsp:nvSpPr>
      <dsp:spPr>
        <a:xfrm>
          <a:off x="1357312" y="2556774"/>
          <a:ext cx="260826" cy="305117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shade val="9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1300" kern="1200"/>
        </a:p>
      </dsp:txBody>
      <dsp:txXfrm>
        <a:off x="1357312" y="2617797"/>
        <a:ext cx="182578" cy="183071"/>
      </dsp:txXfrm>
    </dsp:sp>
    <dsp:sp modelId="{4076D027-D962-4674-B79B-B240DDB9301C}">
      <dsp:nvSpPr>
        <dsp:cNvPr id="0" name=""/>
        <dsp:cNvSpPr/>
      </dsp:nvSpPr>
      <dsp:spPr>
        <a:xfrm>
          <a:off x="1726406" y="2340239"/>
          <a:ext cx="1230312" cy="738187"/>
        </a:xfrm>
        <a:prstGeom prst="roundRect">
          <a:avLst>
            <a:gd name="adj" fmla="val 10000"/>
          </a:avLst>
        </a:prstGeom>
        <a:solidFill>
          <a:schemeClr val="accent1">
            <a:shade val="50000"/>
            <a:hueOff val="333479"/>
            <a:satOff val="-20472"/>
            <a:lumOff val="20264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2400" kern="1200" dirty="0"/>
        </a:p>
      </dsp:txBody>
      <dsp:txXfrm>
        <a:off x="1748027" y="2361860"/>
        <a:ext cx="1187070" cy="694945"/>
      </dsp:txXfrm>
    </dsp:sp>
    <dsp:sp modelId="{D74EB2A7-3860-46E2-B2DC-471F0EE33465}">
      <dsp:nvSpPr>
        <dsp:cNvPr id="0" name=""/>
        <dsp:cNvSpPr/>
      </dsp:nvSpPr>
      <dsp:spPr>
        <a:xfrm>
          <a:off x="3079750" y="2556774"/>
          <a:ext cx="260826" cy="305117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shade val="90000"/>
            <a:hueOff val="444596"/>
            <a:satOff val="-25944"/>
            <a:lumOff val="21984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1300" kern="1200"/>
        </a:p>
      </dsp:txBody>
      <dsp:txXfrm>
        <a:off x="3079750" y="2617797"/>
        <a:ext cx="182578" cy="183071"/>
      </dsp:txXfrm>
    </dsp:sp>
    <dsp:sp modelId="{C714CDBD-90AF-4BDE-905B-EA85F1041A55}">
      <dsp:nvSpPr>
        <dsp:cNvPr id="0" name=""/>
        <dsp:cNvSpPr/>
      </dsp:nvSpPr>
      <dsp:spPr>
        <a:xfrm>
          <a:off x="3448843" y="2340239"/>
          <a:ext cx="1230312" cy="738187"/>
        </a:xfrm>
        <a:prstGeom prst="roundRect">
          <a:avLst>
            <a:gd name="adj" fmla="val 10000"/>
          </a:avLst>
        </a:prstGeom>
        <a:solidFill>
          <a:schemeClr val="accent1">
            <a:shade val="50000"/>
            <a:hueOff val="666958"/>
            <a:satOff val="-40943"/>
            <a:lumOff val="4052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2400" kern="1200" dirty="0"/>
        </a:p>
      </dsp:txBody>
      <dsp:txXfrm>
        <a:off x="3470464" y="2361860"/>
        <a:ext cx="1187070" cy="694945"/>
      </dsp:txXfrm>
    </dsp:sp>
    <dsp:sp modelId="{E439F22C-659E-41C6-93D4-E63856DA137B}">
      <dsp:nvSpPr>
        <dsp:cNvPr id="0" name=""/>
        <dsp:cNvSpPr/>
      </dsp:nvSpPr>
      <dsp:spPr>
        <a:xfrm>
          <a:off x="4802187" y="2556774"/>
          <a:ext cx="260826" cy="305117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shade val="90000"/>
            <a:hueOff val="889191"/>
            <a:satOff val="-51888"/>
            <a:lumOff val="43968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1300" kern="1200"/>
        </a:p>
      </dsp:txBody>
      <dsp:txXfrm>
        <a:off x="4802187" y="2617797"/>
        <a:ext cx="182578" cy="183071"/>
      </dsp:txXfrm>
    </dsp:sp>
    <dsp:sp modelId="{3B7DDD89-43FE-4B01-A3E9-B313CCC83DA4}">
      <dsp:nvSpPr>
        <dsp:cNvPr id="0" name=""/>
        <dsp:cNvSpPr/>
      </dsp:nvSpPr>
      <dsp:spPr>
        <a:xfrm>
          <a:off x="5171281" y="2340239"/>
          <a:ext cx="1230312" cy="738187"/>
        </a:xfrm>
        <a:prstGeom prst="roundRect">
          <a:avLst>
            <a:gd name="adj" fmla="val 10000"/>
          </a:avLst>
        </a:prstGeom>
        <a:solidFill>
          <a:schemeClr val="accent1">
            <a:shade val="50000"/>
            <a:hueOff val="666958"/>
            <a:satOff val="-40943"/>
            <a:lumOff val="4052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3200" kern="1200" dirty="0"/>
        </a:p>
      </dsp:txBody>
      <dsp:txXfrm>
        <a:off x="5192902" y="2361860"/>
        <a:ext cx="1187070" cy="694945"/>
      </dsp:txXfrm>
    </dsp:sp>
    <dsp:sp modelId="{5E8300AD-4776-4F7B-8CE9-49DE0B04D713}">
      <dsp:nvSpPr>
        <dsp:cNvPr id="0" name=""/>
        <dsp:cNvSpPr/>
      </dsp:nvSpPr>
      <dsp:spPr>
        <a:xfrm>
          <a:off x="6524624" y="2556774"/>
          <a:ext cx="260826" cy="305117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shade val="90000"/>
            <a:hueOff val="444596"/>
            <a:satOff val="-25944"/>
            <a:lumOff val="21984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1300" kern="1200"/>
        </a:p>
      </dsp:txBody>
      <dsp:txXfrm>
        <a:off x="6524624" y="2617797"/>
        <a:ext cx="182578" cy="183071"/>
      </dsp:txXfrm>
    </dsp:sp>
    <dsp:sp modelId="{AA13AA2B-4AC6-4766-B374-446CA4D42EBF}">
      <dsp:nvSpPr>
        <dsp:cNvPr id="0" name=""/>
        <dsp:cNvSpPr/>
      </dsp:nvSpPr>
      <dsp:spPr>
        <a:xfrm>
          <a:off x="6893718" y="2340239"/>
          <a:ext cx="1230312" cy="738187"/>
        </a:xfrm>
        <a:prstGeom prst="roundRect">
          <a:avLst>
            <a:gd name="adj" fmla="val 10000"/>
          </a:avLst>
        </a:prstGeom>
        <a:solidFill>
          <a:schemeClr val="accent1">
            <a:shade val="50000"/>
            <a:hueOff val="333479"/>
            <a:satOff val="-20472"/>
            <a:lumOff val="20264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3200" kern="1200" dirty="0"/>
        </a:p>
      </dsp:txBody>
      <dsp:txXfrm>
        <a:off x="6915339" y="2361860"/>
        <a:ext cx="1187070" cy="69494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E2603B6-8035-4843-A2BF-B962ECB28E23}">
      <dsp:nvSpPr>
        <dsp:cNvPr id="0" name=""/>
        <dsp:cNvSpPr/>
      </dsp:nvSpPr>
      <dsp:spPr>
        <a:xfrm>
          <a:off x="0" y="0"/>
          <a:ext cx="6258560" cy="975360"/>
        </a:xfrm>
        <a:prstGeom prst="roundRect">
          <a:avLst>
            <a:gd name="adj" fmla="val 10000"/>
          </a:avLst>
        </a:prstGeom>
        <a:solidFill>
          <a:schemeClr val="accent1">
            <a:shade val="5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3200" kern="1200" dirty="0"/>
        </a:p>
      </dsp:txBody>
      <dsp:txXfrm>
        <a:off x="28567" y="28567"/>
        <a:ext cx="5091953" cy="918226"/>
      </dsp:txXfrm>
    </dsp:sp>
    <dsp:sp modelId="{83C97043-6098-48E8-8E6F-56F76A78BE3F}">
      <dsp:nvSpPr>
        <dsp:cNvPr id="0" name=""/>
        <dsp:cNvSpPr/>
      </dsp:nvSpPr>
      <dsp:spPr>
        <a:xfrm>
          <a:off x="467360" y="1110826"/>
          <a:ext cx="6258560" cy="975360"/>
        </a:xfrm>
        <a:prstGeom prst="roundRect">
          <a:avLst>
            <a:gd name="adj" fmla="val 10000"/>
          </a:avLst>
        </a:prstGeom>
        <a:solidFill>
          <a:schemeClr val="accent1">
            <a:shade val="50000"/>
            <a:hueOff val="333479"/>
            <a:satOff val="-20472"/>
            <a:lumOff val="20264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3200" kern="1200" dirty="0"/>
        </a:p>
      </dsp:txBody>
      <dsp:txXfrm>
        <a:off x="495927" y="1139393"/>
        <a:ext cx="5100081" cy="918226"/>
      </dsp:txXfrm>
    </dsp:sp>
    <dsp:sp modelId="{5F30B50C-A660-4EA3-ABBE-C7D6FD514E14}">
      <dsp:nvSpPr>
        <dsp:cNvPr id="0" name=""/>
        <dsp:cNvSpPr/>
      </dsp:nvSpPr>
      <dsp:spPr>
        <a:xfrm>
          <a:off x="934719" y="2221653"/>
          <a:ext cx="6258560" cy="975360"/>
        </a:xfrm>
        <a:prstGeom prst="roundRect">
          <a:avLst>
            <a:gd name="adj" fmla="val 10000"/>
          </a:avLst>
        </a:prstGeom>
        <a:solidFill>
          <a:schemeClr val="accent1">
            <a:shade val="50000"/>
            <a:hueOff val="666958"/>
            <a:satOff val="-40943"/>
            <a:lumOff val="4052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3200" kern="1200" dirty="0"/>
        </a:p>
      </dsp:txBody>
      <dsp:txXfrm>
        <a:off x="963286" y="2250220"/>
        <a:ext cx="5100081" cy="918226"/>
      </dsp:txXfrm>
    </dsp:sp>
    <dsp:sp modelId="{F8C82C79-29AA-4B27-BB64-BF6DA2B31CAD}">
      <dsp:nvSpPr>
        <dsp:cNvPr id="0" name=""/>
        <dsp:cNvSpPr/>
      </dsp:nvSpPr>
      <dsp:spPr>
        <a:xfrm>
          <a:off x="1402079" y="3332480"/>
          <a:ext cx="6258560" cy="975360"/>
        </a:xfrm>
        <a:prstGeom prst="roundRect">
          <a:avLst>
            <a:gd name="adj" fmla="val 10000"/>
          </a:avLst>
        </a:prstGeom>
        <a:solidFill>
          <a:schemeClr val="accent1">
            <a:shade val="50000"/>
            <a:hueOff val="666958"/>
            <a:satOff val="-40943"/>
            <a:lumOff val="4052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0020" tIns="160020" rIns="160020" bIns="160020" numCol="1" spcCol="1270" anchor="ctr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4200" kern="1200" dirty="0"/>
        </a:p>
      </dsp:txBody>
      <dsp:txXfrm>
        <a:off x="1430646" y="3361047"/>
        <a:ext cx="5100081" cy="918226"/>
      </dsp:txXfrm>
    </dsp:sp>
    <dsp:sp modelId="{DE386499-10C3-45F8-9C63-ACDC9AB2D8EF}">
      <dsp:nvSpPr>
        <dsp:cNvPr id="0" name=""/>
        <dsp:cNvSpPr/>
      </dsp:nvSpPr>
      <dsp:spPr>
        <a:xfrm>
          <a:off x="1869439" y="4443306"/>
          <a:ext cx="6258560" cy="975360"/>
        </a:xfrm>
        <a:prstGeom prst="roundRect">
          <a:avLst>
            <a:gd name="adj" fmla="val 10000"/>
          </a:avLst>
        </a:prstGeom>
        <a:solidFill>
          <a:schemeClr val="accent1">
            <a:shade val="50000"/>
            <a:hueOff val="333479"/>
            <a:satOff val="-20472"/>
            <a:lumOff val="20264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0020" tIns="160020" rIns="160020" bIns="160020" numCol="1" spcCol="1270" anchor="ctr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4200" kern="1200" dirty="0"/>
        </a:p>
      </dsp:txBody>
      <dsp:txXfrm>
        <a:off x="1898006" y="4471873"/>
        <a:ext cx="5100081" cy="918226"/>
      </dsp:txXfrm>
    </dsp:sp>
    <dsp:sp modelId="{725E89E2-1905-4604-99C8-DE62F10D8BF6}">
      <dsp:nvSpPr>
        <dsp:cNvPr id="0" name=""/>
        <dsp:cNvSpPr/>
      </dsp:nvSpPr>
      <dsp:spPr>
        <a:xfrm>
          <a:off x="5624575" y="712554"/>
          <a:ext cx="633984" cy="633984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55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55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2800" kern="1200"/>
        </a:p>
      </dsp:txBody>
      <dsp:txXfrm>
        <a:off x="5767221" y="712554"/>
        <a:ext cx="348692" cy="477073"/>
      </dsp:txXfrm>
    </dsp:sp>
    <dsp:sp modelId="{F6402685-94C2-4D9F-9B6F-C6B55CCF62DC}">
      <dsp:nvSpPr>
        <dsp:cNvPr id="0" name=""/>
        <dsp:cNvSpPr/>
      </dsp:nvSpPr>
      <dsp:spPr>
        <a:xfrm>
          <a:off x="6091935" y="1823381"/>
          <a:ext cx="633984" cy="633984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55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55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2800" kern="1200"/>
        </a:p>
      </dsp:txBody>
      <dsp:txXfrm>
        <a:off x="6234581" y="1823381"/>
        <a:ext cx="348692" cy="477073"/>
      </dsp:txXfrm>
    </dsp:sp>
    <dsp:sp modelId="{43A7CC9C-9AAC-4E89-A6BC-E9AB52226D73}">
      <dsp:nvSpPr>
        <dsp:cNvPr id="0" name=""/>
        <dsp:cNvSpPr/>
      </dsp:nvSpPr>
      <dsp:spPr>
        <a:xfrm>
          <a:off x="6559295" y="2917952"/>
          <a:ext cx="633984" cy="633984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55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55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2800" kern="1200"/>
        </a:p>
      </dsp:txBody>
      <dsp:txXfrm>
        <a:off x="6701941" y="2917952"/>
        <a:ext cx="348692" cy="477073"/>
      </dsp:txXfrm>
    </dsp:sp>
    <dsp:sp modelId="{0497A49F-9321-4E24-BB7F-341367D89E27}">
      <dsp:nvSpPr>
        <dsp:cNvPr id="0" name=""/>
        <dsp:cNvSpPr/>
      </dsp:nvSpPr>
      <dsp:spPr>
        <a:xfrm>
          <a:off x="7026655" y="4039616"/>
          <a:ext cx="633984" cy="633984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55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55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2800" kern="1200"/>
        </a:p>
      </dsp:txBody>
      <dsp:txXfrm>
        <a:off x="7169301" y="4039616"/>
        <a:ext cx="348692" cy="47707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1">
  <dgm:title val=""/>
  <dgm:desc val=""/>
  <dgm:catLst>
    <dgm:cat type="process" pri="9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des" func="maxDepth" op="gte" val="2">
        <dgm:constrLst>
          <dgm:constr type="h" for="ch" forName="composite" refType="h"/>
          <dgm:constr type="w" for="ch" forName="composite" refType="w"/>
          <dgm:constr type="w" for="des" forName="parTx"/>
          <dgm:constr type="h" for="des" forName="parTx" op="equ"/>
          <dgm:constr type="w" for="des" forName="desTx"/>
          <dgm:constr type="h" for="des" forName="desTx" op="equ"/>
          <dgm:constr type="primFontSz" for="des" forName="parTx" val="65"/>
          <dgm:constr type="secFontSz" for="des" forName="desTx" refType="primFontSz" refFor="des" refForName="parTx" op="equ"/>
          <dgm:constr type="h" for="des" forName="parTx" refType="primFontSz" refFor="des" refForName="parTx" fact="1.5"/>
          <dgm:constr type="h" for="des" forName="desTx" refType="primFontSz" refFor="des" refForName="parTx" fact="0.5"/>
          <dgm:constr type="w" for="ch" forName="space" op="equ" val="-6"/>
        </dgm:constrLst>
        <dgm:ruleLst>
          <dgm:rule type="w" for="ch" forName="composite" val="0" fact="NaN" max="NaN"/>
          <dgm:rule type="primFontSz" for="des" forName="parTx" val="5" fact="NaN" max="NaN"/>
        </dgm:ruleLst>
        <dgm:forEach name="Name6" axis="ch" ptType="node"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hoose name="Name7">
              <dgm:if name="Name8" func="var" arg="dir" op="equ" val="norm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if>
              <dgm:else name="Name9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 refType="w" fact="0.2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else>
            </dgm:choose>
            <dgm:ruleLst>
              <dgm:rule type="h" val="INF" fact="NaN" max="NaN"/>
            </dgm:ruleLst>
            <dgm:layoutNode name="parTx">
              <dgm:varLst>
                <dgm:chMax val="0"/>
                <dgm:chPref val="0"/>
                <dgm:bulletEnabled val="1"/>
              </dgm:varLst>
              <dgm:alg type="tx"/>
              <dgm:choose name="Name10">
                <dgm:if name="Name11" func="var" arg="dir" op="equ" val="norm">
                  <dgm:shape xmlns:r="http://schemas.openxmlformats.org/officeDocument/2006/relationships" type="chevron" r:blip="">
                    <dgm:adjLst/>
                  </dgm:shape>
                </dgm:if>
                <dgm:else name="Name12">
                  <dgm:shape xmlns:r="http://schemas.openxmlformats.org/officeDocument/2006/relationships" rot="180" type="chevron" r:blip="">
                    <dgm:adjLst/>
                  </dgm:shape>
                </dgm:else>
              </dgm:choose>
              <dgm:presOf axis="self" ptType="node"/>
              <dgm:choose name="Name13">
                <dgm:if name="Name14" func="var" arg="dir" op="equ" val="norm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315"/>
                    <dgm:constr type="rMarg" refType="primFontSz" fact="0.105"/>
                  </dgm:constrLst>
                </dgm:if>
                <dgm:else name="Name15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105"/>
                    <dgm:constr type="rMarg" refType="primFontSz" fact="0.315"/>
                  </dgm:constrLst>
                </dgm:else>
              </dgm:choose>
              <dgm:ruleLst>
                <dgm:rule type="h" val="INF" fact="NaN" max="NaN"/>
              </dgm:ruleLst>
            </dgm:layoutNode>
            <dgm:layoutNode name="desTx" styleLbl="revTx">
              <dgm:varLst>
                <dgm:bulletEnabled val="1"/>
              </dgm:varLst>
              <dgm:alg type="tx">
                <dgm:param type="stBulletLvl" val="1"/>
              </dgm:alg>
              <dgm:choose name="Name16">
                <dgm:if name="Name17" axis="ch" ptType="node" func="cnt" op="gte" val="1">
                  <dgm:shape xmlns:r="http://schemas.openxmlformats.org/officeDocument/2006/relationships" type="rect" r:blip="">
                    <dgm:adjLst/>
                  </dgm:shape>
                </dgm:if>
                <dgm:else name="Name18">
                  <dgm:shape xmlns:r="http://schemas.openxmlformats.org/officeDocument/2006/relationships" type="rect" r:blip="" hideGeom="1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h"/>
                <dgm:constr type="tMarg"/>
                <dgm:constr type="bMarg"/>
                <dgm:constr type="rMarg"/>
                <dgm:constr type="lMarg"/>
              </dgm:constrLst>
              <dgm:ruleLst>
                <dgm:rule type="h" val="INF" fact="NaN" max="NaN"/>
              </dgm:ruleLst>
            </dgm:layoutNode>
          </dgm:layoutNode>
          <dgm:forEach name="Name19" axis="followSib" ptType="sibTrans" cnt="1">
            <dgm:layoutNode name="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20">
        <dgm:constrLst>
          <dgm:constr type="w" for="ch" forName="parTxOnly" refType="w"/>
          <dgm:constr type="h" for="des" forName="parTxOnly" op="equ"/>
          <dgm:constr type="primFontSz" for="des" forName="parTxOnly" op="equ" val="65"/>
          <dgm:constr type="w" for="ch" forName="parTxOnlySpace" refType="w" refFor="ch" refForName="parTxOnly" fact="-0.1"/>
        </dgm:constrLst>
        <dgm:ruleLst/>
        <dgm:forEach name="Name21" axis="ch" ptType="node">
          <dgm:layoutNode name="parTxOnly">
            <dgm:varLst>
              <dgm:chMax val="0"/>
              <dgm:chPref val="0"/>
              <dgm:bulletEnabled val="1"/>
            </dgm:varLst>
            <dgm:alg type="tx"/>
            <dgm:choose name="Name22">
              <dgm:if name="Name23" func="var" arg="dir" op="equ" val="norm">
                <dgm:shape xmlns:r="http://schemas.openxmlformats.org/officeDocument/2006/relationships" type="chevron" r:blip="">
                  <dgm:adjLst/>
                </dgm:shape>
              </dgm:if>
              <dgm:else name="Name24">
                <dgm:shape xmlns:r="http://schemas.openxmlformats.org/officeDocument/2006/relationships" rot="180" type="chevron" r:blip="">
                  <dgm:adjLst/>
                </dgm:shape>
              </dgm:else>
            </dgm:choose>
            <dgm:presOf axis="self" ptType="node"/>
            <dgm:choose name="Name25">
              <dgm:if name="Name26" func="var" arg="dir" op="equ" val="norm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315"/>
                  <dgm:constr type="rMarg" refType="primFontSz" fact="0.105"/>
                </dgm:constrLst>
              </dgm:if>
              <dgm:else name="Name27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105"/>
                  <dgm:constr type="rMarg" refType="primFontSz" fact="0.315"/>
                </dgm:constrLst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TxOnly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C7898EE-D06A-48FC-AF05-8BC54DC9F027}" type="datetimeFigureOut">
              <a:t>2026/3/31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10BFFEF-1ECD-4E53-B114-84AF206B72CD}" type="slidenum"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33863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Thank you. We are Accton. Let’s stay in touch!</a:t>
            </a:r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0BFFEF-1ECD-4E53-B114-84AF206B72CD}" type="slidenum">
              <a:rPr lang="en-US" altLang="zh-TW"/>
              <a:t>18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808887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6">
            <a:extLst>
              <a:ext uri="{FF2B5EF4-FFF2-40B4-BE49-F238E27FC236}">
                <a16:creationId xmlns:a16="http://schemas.microsoft.com/office/drawing/2014/main" id="{1B073F67-E3B0-DA85-7335-076955DCDC62}"/>
              </a:ext>
            </a:extLst>
          </p:cNvPr>
          <p:cNvGrpSpPr/>
          <p:nvPr userDrawn="1"/>
        </p:nvGrpSpPr>
        <p:grpSpPr>
          <a:xfrm>
            <a:off x="444500" y="444500"/>
            <a:ext cx="4794250" cy="5969000"/>
            <a:chOff x="0" y="0"/>
            <a:chExt cx="1036915" cy="1290994"/>
          </a:xfrm>
        </p:grpSpPr>
        <p:sp>
          <p:nvSpPr>
            <p:cNvPr id="9" name="Freeform 7">
              <a:extLst>
                <a:ext uri="{FF2B5EF4-FFF2-40B4-BE49-F238E27FC236}">
                  <a16:creationId xmlns:a16="http://schemas.microsoft.com/office/drawing/2014/main" id="{3212D128-1C2B-64CC-A93B-B415AE0FB031}"/>
                </a:ext>
              </a:extLst>
            </p:cNvPr>
            <p:cNvSpPr/>
            <p:nvPr/>
          </p:nvSpPr>
          <p:spPr>
            <a:xfrm>
              <a:off x="0" y="0"/>
              <a:ext cx="1036915" cy="1290994"/>
            </a:xfrm>
            <a:custGeom>
              <a:avLst/>
              <a:gdLst/>
              <a:ahLst/>
              <a:cxnLst/>
              <a:rect l="l" t="t" r="r" b="b"/>
              <a:pathLst>
                <a:path w="1036915" h="1290994">
                  <a:moveTo>
                    <a:pt x="0" y="0"/>
                  </a:moveTo>
                  <a:lnTo>
                    <a:pt x="1036915" y="0"/>
                  </a:lnTo>
                  <a:lnTo>
                    <a:pt x="1036915" y="1290994"/>
                  </a:lnTo>
                  <a:lnTo>
                    <a:pt x="0" y="1290994"/>
                  </a:lnTo>
                  <a:close/>
                </a:path>
              </a:pathLst>
            </a:custGeom>
            <a:blipFill>
              <a:blip r:embed="rId2" cstate="screen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tretch>
                <a:fillRect/>
              </a:stretch>
            </a:blipFill>
            <a:ln w="19050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n-TW" sz="600"/>
            </a:p>
          </p:txBody>
        </p:sp>
      </p:grpSp>
      <p:sp>
        <p:nvSpPr>
          <p:cNvPr id="10" name="文字方塊 8">
            <a:extLst>
              <a:ext uri="{FF2B5EF4-FFF2-40B4-BE49-F238E27FC236}">
                <a16:creationId xmlns:a16="http://schemas.microsoft.com/office/drawing/2014/main" id="{BB9FDCC4-AABE-6523-35C8-256BF2EB21D9}"/>
              </a:ext>
            </a:extLst>
          </p:cNvPr>
          <p:cNvSpPr txBox="1"/>
          <p:nvPr userDrawn="1"/>
        </p:nvSpPr>
        <p:spPr>
          <a:xfrm>
            <a:off x="570073" y="1150827"/>
            <a:ext cx="454310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Trust</a:t>
            </a:r>
            <a:r>
              <a:rPr lang="zh-TW" altLang="en-US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</a:t>
            </a:r>
            <a:r>
              <a:rPr lang="en-US" altLang="zh-TW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| Passion</a:t>
            </a:r>
            <a:r>
              <a:rPr lang="zh-TW" altLang="en-US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</a:t>
            </a:r>
            <a:r>
              <a:rPr lang="en-US" altLang="zh-TW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| Courage</a:t>
            </a:r>
            <a:r>
              <a:rPr lang="zh-TW" altLang="en-US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</a:t>
            </a:r>
            <a:r>
              <a:rPr lang="en-US" altLang="zh-TW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| Collaboration</a:t>
            </a:r>
            <a:r>
              <a:rPr lang="zh-TW" altLang="en-US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</a:t>
            </a:r>
            <a:r>
              <a:rPr lang="en-US" altLang="zh-TW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| Perfection</a:t>
            </a:r>
            <a:r>
              <a:rPr lang="zh-TW" altLang="en-US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</a:t>
            </a:r>
          </a:p>
        </p:txBody>
      </p:sp>
      <p:sp>
        <p:nvSpPr>
          <p:cNvPr id="13" name="Slide Number Placeholder 3">
            <a:extLst>
              <a:ext uri="{FF2B5EF4-FFF2-40B4-BE49-F238E27FC236}">
                <a16:creationId xmlns:a16="http://schemas.microsoft.com/office/drawing/2014/main" id="{B6F0DD91-F569-5192-6EBB-960C353FCEF3}"/>
              </a:ext>
            </a:extLst>
          </p:cNvPr>
          <p:cNvSpPr txBox="1">
            <a:spLocks/>
          </p:cNvSpPr>
          <p:nvPr userDrawn="1"/>
        </p:nvSpPr>
        <p:spPr>
          <a:xfrm>
            <a:off x="5679440" y="6513895"/>
            <a:ext cx="83312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700" b="0" i="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2286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572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858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1430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3716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002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288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B0A2E34-17E6-46B6-A0CD-23734D57E7FF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14" name="文字方塊 8">
            <a:extLst>
              <a:ext uri="{FF2B5EF4-FFF2-40B4-BE49-F238E27FC236}">
                <a16:creationId xmlns:a16="http://schemas.microsoft.com/office/drawing/2014/main" id="{781EF90D-390F-01A6-315F-974FCD60D6E1}"/>
              </a:ext>
            </a:extLst>
          </p:cNvPr>
          <p:cNvSpPr txBox="1"/>
          <p:nvPr userDrawn="1"/>
        </p:nvSpPr>
        <p:spPr>
          <a:xfrm>
            <a:off x="9029312" y="6623050"/>
            <a:ext cx="3189059" cy="246221"/>
          </a:xfrm>
          <a:prstGeom prst="rect">
            <a:avLst/>
          </a:prstGeom>
          <a:gradFill>
            <a:gsLst>
              <a:gs pos="64000">
                <a:srgbClr val="2477E6"/>
              </a:gs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4440000" scaled="0"/>
          </a:gra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Making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Partnership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Work | </a:t>
            </a:r>
            <a:r>
              <a:rPr lang="zh-TW" sz="1000">
                <a:solidFill>
                  <a:schemeClr val="bg1"/>
                </a:solidFill>
                <a:latin typeface="Century Gothic"/>
                <a:ea typeface="新細明體"/>
              </a:rPr>
              <a:t>www.accton.com</a:t>
            </a:r>
          </a:p>
        </p:txBody>
      </p:sp>
      <p:sp>
        <p:nvSpPr>
          <p:cNvPr id="15" name="文字方塊 7">
            <a:extLst>
              <a:ext uri="{FF2B5EF4-FFF2-40B4-BE49-F238E27FC236}">
                <a16:creationId xmlns:a16="http://schemas.microsoft.com/office/drawing/2014/main" id="{E55A187B-F3CA-8E95-99E9-16305DD022F6}"/>
              </a:ext>
            </a:extLst>
          </p:cNvPr>
          <p:cNvSpPr txBox="1"/>
          <p:nvPr userDrawn="1"/>
        </p:nvSpPr>
        <p:spPr>
          <a:xfrm>
            <a:off x="734354" y="6600029"/>
            <a:ext cx="3900714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</a:rPr>
              <a:t>Copyright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  <a:cs typeface="+mn-lt"/>
              </a:rPr>
              <a:t> </a:t>
            </a:r>
            <a:r>
              <a:rPr 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©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202</a:t>
            </a:r>
            <a:r>
              <a:rPr lang="en-US" alt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6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Accton Technology Corporation. All rights reserved.</a:t>
            </a:r>
            <a:endParaRPr lang="zh-TW" altLang="en-US" sz="800">
              <a:solidFill>
                <a:schemeClr val="tx1"/>
              </a:solidFill>
              <a:latin typeface="Century Gothic"/>
              <a:ea typeface="新細明體"/>
            </a:endParaRPr>
          </a:p>
        </p:txBody>
      </p:sp>
      <p:pic>
        <p:nvPicPr>
          <p:cNvPr id="16" name="圖片 9" descr="一張含有 字型, 圖形, 標誌, 平面設計 的圖片&#10;&#10;AI 產生的內容可能不正確。">
            <a:extLst>
              <a:ext uri="{FF2B5EF4-FFF2-40B4-BE49-F238E27FC236}">
                <a16:creationId xmlns:a16="http://schemas.microsoft.com/office/drawing/2014/main" id="{EDF65572-7452-85A1-0678-CBE56920846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7423" y="6598026"/>
            <a:ext cx="605115" cy="177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75444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3 Image on th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C2245C-85B4-076E-253B-EF8189100F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6269" y="1328605"/>
            <a:ext cx="6177708" cy="1326092"/>
          </a:xfrm>
        </p:spPr>
        <p:txBody>
          <a:bodyPr>
            <a:normAutofit/>
          </a:bodyPr>
          <a:lstStyle>
            <a:lvl1pPr>
              <a:defRPr sz="4800" b="0" i="0">
                <a:latin typeface="Century Gothic" panose="020B0502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6A71F8-2A0B-B2FD-38EF-1FFD1CBC908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5679440" y="6513895"/>
            <a:ext cx="833120" cy="365125"/>
          </a:xfrm>
        </p:spPr>
        <p:txBody>
          <a:bodyPr/>
          <a:lstStyle>
            <a:lvl1pPr algn="ctr">
              <a:defRPr sz="700" b="0" i="0">
                <a:latin typeface="+mn-lt"/>
              </a:defRPr>
            </a:lvl1pPr>
          </a:lstStyle>
          <a:p>
            <a:fld id="{5B0A2E34-17E6-46B6-A0CD-23734D57E7FF}" type="slidenum">
              <a:rPr lang="zh-TW" altLang="en-US" smtClean="0"/>
              <a:pPr/>
              <a:t>‹#›</a:t>
            </a:fld>
            <a:endParaRPr lang="zh-TW" altLang="en-US" sz="700"/>
          </a:p>
        </p:txBody>
      </p:sp>
      <p:sp>
        <p:nvSpPr>
          <p:cNvPr id="17" name="內容版面配置區 2">
            <a:extLst>
              <a:ext uri="{FF2B5EF4-FFF2-40B4-BE49-F238E27FC236}">
                <a16:creationId xmlns:a16="http://schemas.microsoft.com/office/drawing/2014/main" id="{7DB3F2DE-B5A5-EA34-853B-B9963585B6F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96269" y="2825176"/>
            <a:ext cx="6207553" cy="1524208"/>
          </a:xfrm>
        </p:spPr>
        <p:txBody>
          <a:bodyPr/>
          <a:lstStyle>
            <a:lvl1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1pPr>
            <a:lvl2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2pPr>
            <a:lvl3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3pPr>
            <a:lvl4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4pPr>
            <a:lvl5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9" name="文字方塊 7">
            <a:extLst>
              <a:ext uri="{FF2B5EF4-FFF2-40B4-BE49-F238E27FC236}">
                <a16:creationId xmlns:a16="http://schemas.microsoft.com/office/drawing/2014/main" id="{8B1274AB-BC8E-714D-C8F3-EAAFDC49C34E}"/>
              </a:ext>
            </a:extLst>
          </p:cNvPr>
          <p:cNvSpPr txBox="1"/>
          <p:nvPr userDrawn="1"/>
        </p:nvSpPr>
        <p:spPr>
          <a:xfrm>
            <a:off x="734354" y="6600029"/>
            <a:ext cx="3900714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</a:rPr>
              <a:t>Copyright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  <a:cs typeface="+mn-lt"/>
              </a:rPr>
              <a:t> </a:t>
            </a:r>
            <a:r>
              <a:rPr 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©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202</a:t>
            </a:r>
            <a:r>
              <a:rPr lang="en-US" alt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6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Accton Technology Corporation. All rights reserved.</a:t>
            </a:r>
            <a:endParaRPr lang="zh-TW" altLang="en-US" sz="800">
              <a:solidFill>
                <a:schemeClr val="tx1"/>
              </a:solidFill>
              <a:latin typeface="Century Gothic"/>
              <a:ea typeface="新細明體"/>
            </a:endParaRPr>
          </a:p>
        </p:txBody>
      </p:sp>
      <p:pic>
        <p:nvPicPr>
          <p:cNvPr id="10" name="圖片 9" descr="一張含有 字型, 圖形, 標誌, 平面設計 的圖片&#10;&#10;AI 產生的內容可能不正確。">
            <a:extLst>
              <a:ext uri="{FF2B5EF4-FFF2-40B4-BE49-F238E27FC236}">
                <a16:creationId xmlns:a16="http://schemas.microsoft.com/office/drawing/2014/main" id="{2D0A9BC7-4001-0876-95C3-B2FDB3E6B95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7423" y="6598026"/>
            <a:ext cx="605115" cy="177129"/>
          </a:xfrm>
          <a:prstGeom prst="rect">
            <a:avLst/>
          </a:prstGeom>
        </p:spPr>
      </p:pic>
      <p:sp>
        <p:nvSpPr>
          <p:cNvPr id="12" name="文字方塊 8">
            <a:extLst>
              <a:ext uri="{FF2B5EF4-FFF2-40B4-BE49-F238E27FC236}">
                <a16:creationId xmlns:a16="http://schemas.microsoft.com/office/drawing/2014/main" id="{75EC5B31-B2AC-5BB2-C516-78D8CFD262A5}"/>
              </a:ext>
            </a:extLst>
          </p:cNvPr>
          <p:cNvSpPr txBox="1"/>
          <p:nvPr userDrawn="1"/>
        </p:nvSpPr>
        <p:spPr>
          <a:xfrm>
            <a:off x="9029312" y="6623050"/>
            <a:ext cx="3189059" cy="246221"/>
          </a:xfrm>
          <a:prstGeom prst="rect">
            <a:avLst/>
          </a:prstGeom>
          <a:gradFill>
            <a:gsLst>
              <a:gs pos="64000">
                <a:srgbClr val="2477E6"/>
              </a:gs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4440000" scaled="0"/>
          </a:gra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Making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Partnership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Work | </a:t>
            </a:r>
            <a:r>
              <a:rPr lang="zh-TW" sz="1000">
                <a:solidFill>
                  <a:schemeClr val="bg1"/>
                </a:solidFill>
                <a:latin typeface="Century Gothic"/>
                <a:ea typeface="新細明體"/>
              </a:rPr>
              <a:t>www.accton.com</a:t>
            </a:r>
          </a:p>
        </p:txBody>
      </p:sp>
      <p:sp>
        <p:nvSpPr>
          <p:cNvPr id="8" name="圖片版面配置區 2">
            <a:extLst>
              <a:ext uri="{FF2B5EF4-FFF2-40B4-BE49-F238E27FC236}">
                <a16:creationId xmlns:a16="http://schemas.microsoft.com/office/drawing/2014/main" id="{B9AA6E33-53CF-2A95-B713-D0F38394DA52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7610040" y="0"/>
            <a:ext cx="4581960" cy="6872940"/>
          </a:xfrm>
        </p:spPr>
        <p:txBody>
          <a:bodyPr/>
          <a:lstStyle>
            <a:lvl1pPr marL="0" indent="0">
              <a:lnSpc>
                <a:spcPct val="100000"/>
              </a:lnSpc>
              <a:buNone/>
              <a:defRPr sz="2133" b="1" i="0">
                <a:latin typeface="Century Gothic" panose="020B0502020202020204" pitchFamily="34" charset="0"/>
              </a:defRPr>
            </a:lvl1pPr>
            <a:lvl2pPr marL="304784" indent="0">
              <a:buNone/>
              <a:defRPr sz="1867"/>
            </a:lvl2pPr>
            <a:lvl3pPr marL="609570" indent="0">
              <a:buNone/>
              <a:defRPr sz="1600"/>
            </a:lvl3pPr>
            <a:lvl4pPr marL="914354" indent="0">
              <a:buNone/>
              <a:defRPr sz="1333"/>
            </a:lvl4pPr>
            <a:lvl5pPr marL="1219139" indent="0">
              <a:buNone/>
              <a:defRPr sz="1333"/>
            </a:lvl5pPr>
            <a:lvl6pPr marL="1523923" indent="0">
              <a:buNone/>
              <a:defRPr sz="1333"/>
            </a:lvl6pPr>
            <a:lvl7pPr marL="1828709" indent="0">
              <a:buNone/>
              <a:defRPr sz="1333"/>
            </a:lvl7pPr>
            <a:lvl8pPr marL="2133493" indent="0">
              <a:buNone/>
              <a:defRPr sz="1333"/>
            </a:lvl8pPr>
            <a:lvl9pPr marL="2438278" indent="0">
              <a:buNone/>
              <a:defRPr sz="1333"/>
            </a:lvl9pPr>
          </a:lstStyle>
          <a:p>
            <a:r>
              <a:rPr lang="en-US" altLang="zh-TW"/>
              <a:t>Click icon to add picture</a:t>
            </a: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06343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3 Image on the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圖片版面配置區 2">
            <a:extLst>
              <a:ext uri="{FF2B5EF4-FFF2-40B4-BE49-F238E27FC236}">
                <a16:creationId xmlns:a16="http://schemas.microsoft.com/office/drawing/2014/main" id="{678A1210-F9D5-FBC9-86F6-B4668B17D14C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0" y="2"/>
            <a:ext cx="4344563" cy="6857997"/>
          </a:xfrm>
        </p:spPr>
        <p:txBody>
          <a:bodyPr/>
          <a:lstStyle>
            <a:lvl1pPr marL="0" indent="0">
              <a:lnSpc>
                <a:spcPct val="100000"/>
              </a:lnSpc>
              <a:buNone/>
              <a:defRPr sz="2133" b="1" i="0">
                <a:latin typeface="Century Gothic" panose="020B0502020202020204" pitchFamily="34" charset="0"/>
              </a:defRPr>
            </a:lvl1pPr>
            <a:lvl2pPr marL="304784" indent="0">
              <a:buNone/>
              <a:defRPr sz="1867"/>
            </a:lvl2pPr>
            <a:lvl3pPr marL="609570" indent="0">
              <a:buNone/>
              <a:defRPr sz="1600"/>
            </a:lvl3pPr>
            <a:lvl4pPr marL="914354" indent="0">
              <a:buNone/>
              <a:defRPr sz="1333"/>
            </a:lvl4pPr>
            <a:lvl5pPr marL="1219139" indent="0">
              <a:buNone/>
              <a:defRPr sz="1333"/>
            </a:lvl5pPr>
            <a:lvl6pPr marL="1523923" indent="0">
              <a:buNone/>
              <a:defRPr sz="1333"/>
            </a:lvl6pPr>
            <a:lvl7pPr marL="1828709" indent="0">
              <a:buNone/>
              <a:defRPr sz="1333"/>
            </a:lvl7pPr>
            <a:lvl8pPr marL="2133493" indent="0">
              <a:buNone/>
              <a:defRPr sz="1333"/>
            </a:lvl8pPr>
            <a:lvl9pPr marL="2438278" indent="0">
              <a:buNone/>
              <a:defRPr sz="1333"/>
            </a:lvl9pPr>
          </a:lstStyle>
          <a:p>
            <a:r>
              <a:rPr lang="en-US" altLang="zh-TW"/>
              <a:t>Click icon to add picture</a:t>
            </a:r>
            <a:endParaRPr lang="zh-TW" alt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C2245C-85B4-076E-253B-EF8189100F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05439" y="1328605"/>
            <a:ext cx="6177708" cy="1326092"/>
          </a:xfrm>
        </p:spPr>
        <p:txBody>
          <a:bodyPr>
            <a:normAutofit/>
          </a:bodyPr>
          <a:lstStyle>
            <a:lvl1pPr>
              <a:defRPr sz="4800" b="0" i="0">
                <a:latin typeface="Century Gothic" panose="020B0502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17" name="內容版面配置區 2">
            <a:extLst>
              <a:ext uri="{FF2B5EF4-FFF2-40B4-BE49-F238E27FC236}">
                <a16:creationId xmlns:a16="http://schemas.microsoft.com/office/drawing/2014/main" id="{7DB3F2DE-B5A5-EA34-853B-B9963585B6F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305440" y="2825176"/>
            <a:ext cx="6207553" cy="1524208"/>
          </a:xfrm>
        </p:spPr>
        <p:txBody>
          <a:bodyPr/>
          <a:lstStyle>
            <a:lvl1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1pPr>
            <a:lvl2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2pPr>
            <a:lvl3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3pPr>
            <a:lvl4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4pPr>
            <a:lvl5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pic>
        <p:nvPicPr>
          <p:cNvPr id="10" name="圖片 9" descr="一張含有 字型, 圖形, 標誌, 平面設計 的圖片&#10;&#10;AI 產生的內容可能不正確。">
            <a:extLst>
              <a:ext uri="{FF2B5EF4-FFF2-40B4-BE49-F238E27FC236}">
                <a16:creationId xmlns:a16="http://schemas.microsoft.com/office/drawing/2014/main" id="{667FC0D1-D8E5-5552-E8ED-C6E8956B209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7423" y="6598026"/>
            <a:ext cx="605115" cy="177129"/>
          </a:xfrm>
          <a:prstGeom prst="rect">
            <a:avLst/>
          </a:prstGeom>
        </p:spPr>
      </p:pic>
      <p:sp>
        <p:nvSpPr>
          <p:cNvPr id="12" name="文字方塊 8">
            <a:extLst>
              <a:ext uri="{FF2B5EF4-FFF2-40B4-BE49-F238E27FC236}">
                <a16:creationId xmlns:a16="http://schemas.microsoft.com/office/drawing/2014/main" id="{F16D840A-C9BB-F13A-8AF5-F662FF9764CB}"/>
              </a:ext>
            </a:extLst>
          </p:cNvPr>
          <p:cNvSpPr txBox="1"/>
          <p:nvPr userDrawn="1"/>
        </p:nvSpPr>
        <p:spPr>
          <a:xfrm>
            <a:off x="9029312" y="6623050"/>
            <a:ext cx="3189059" cy="246221"/>
          </a:xfrm>
          <a:prstGeom prst="rect">
            <a:avLst/>
          </a:prstGeom>
          <a:gradFill>
            <a:gsLst>
              <a:gs pos="64000">
                <a:srgbClr val="2477E6"/>
              </a:gs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4440000" scaled="0"/>
          </a:gra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Making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Partnership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Work | </a:t>
            </a:r>
            <a:r>
              <a:rPr lang="zh-TW" sz="1000">
                <a:solidFill>
                  <a:schemeClr val="bg1"/>
                </a:solidFill>
                <a:latin typeface="Century Gothic"/>
                <a:ea typeface="新細明體"/>
              </a:rPr>
              <a:t>www.accton.com</a:t>
            </a:r>
          </a:p>
        </p:txBody>
      </p:sp>
      <p:sp>
        <p:nvSpPr>
          <p:cNvPr id="6" name="文字方塊 7">
            <a:extLst>
              <a:ext uri="{FF2B5EF4-FFF2-40B4-BE49-F238E27FC236}">
                <a16:creationId xmlns:a16="http://schemas.microsoft.com/office/drawing/2014/main" id="{20DCE15A-08DE-0652-8722-40152C5CABE0}"/>
              </a:ext>
            </a:extLst>
          </p:cNvPr>
          <p:cNvSpPr txBox="1"/>
          <p:nvPr userDrawn="1"/>
        </p:nvSpPr>
        <p:spPr>
          <a:xfrm>
            <a:off x="734354" y="6600029"/>
            <a:ext cx="3900714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</a:rPr>
              <a:t>Copyright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  <a:cs typeface="+mn-lt"/>
              </a:rPr>
              <a:t> </a:t>
            </a:r>
            <a:r>
              <a:rPr 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©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202</a:t>
            </a:r>
            <a:r>
              <a:rPr lang="en-US" alt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6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Accton Technology Corporation. All rights reserved.</a:t>
            </a:r>
            <a:endParaRPr lang="zh-TW" altLang="en-US" sz="800">
              <a:solidFill>
                <a:schemeClr val="tx1"/>
              </a:solidFill>
              <a:latin typeface="Century Gothic"/>
              <a:ea typeface="新細明體"/>
            </a:endParaRPr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AC8C01BC-7145-042C-85B9-1D4358DB650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5679440" y="6513895"/>
            <a:ext cx="833120" cy="365125"/>
          </a:xfrm>
        </p:spPr>
        <p:txBody>
          <a:bodyPr/>
          <a:lstStyle>
            <a:lvl1pPr algn="ctr">
              <a:defRPr sz="700" b="0" i="0">
                <a:latin typeface="+mn-lt"/>
              </a:defRPr>
            </a:lvl1pPr>
          </a:lstStyle>
          <a:p>
            <a:fld id="{5B0A2E34-17E6-46B6-A0CD-23734D57E7FF}" type="slidenum">
              <a:rPr lang="zh-TW" altLang="en-US" smtClean="0"/>
              <a:pPr/>
              <a:t>‹#›</a:t>
            </a:fld>
            <a:endParaRPr lang="zh-TW" altLang="en-US" sz="700"/>
          </a:p>
        </p:txBody>
      </p:sp>
    </p:spTree>
    <p:extLst>
      <p:ext uri="{BB962C8B-B14F-4D97-AF65-F5344CB8AC3E}">
        <p14:creationId xmlns:p14="http://schemas.microsoft.com/office/powerpoint/2010/main" val="2110732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preserve="1">
  <p:cSld name="Title and bod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標題 1">
            <a:extLst>
              <a:ext uri="{FF2B5EF4-FFF2-40B4-BE49-F238E27FC236}">
                <a16:creationId xmlns:a16="http://schemas.microsoft.com/office/drawing/2014/main" id="{508C632C-DE55-4B8F-8126-DD19F3595C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65127"/>
            <a:ext cx="10515600" cy="1326092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defRPr sz="4000" b="0" i="0">
                <a:solidFill>
                  <a:schemeClr val="tx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10" name="內容版面配置區 2">
            <a:extLst>
              <a:ext uri="{FF2B5EF4-FFF2-40B4-BE49-F238E27FC236}">
                <a16:creationId xmlns:a16="http://schemas.microsoft.com/office/drawing/2014/main" id="{3C743389-FAAF-425D-A490-EE1FA500B9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6"/>
            <a:ext cx="10515600" cy="4092575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defRPr b="0" i="0">
                <a:solidFill>
                  <a:schemeClr val="tx1"/>
                </a:solidFill>
                <a:latin typeface="Century Gothic" panose="020B0502020202020204" pitchFamily="34" charset="0"/>
              </a:defRPr>
            </a:lvl1pPr>
            <a:lvl2pPr>
              <a:lnSpc>
                <a:spcPct val="100000"/>
              </a:lnSpc>
              <a:defRPr b="0" i="0">
                <a:solidFill>
                  <a:schemeClr val="tx1"/>
                </a:solidFill>
                <a:latin typeface="Century Gothic" panose="020B0502020202020204" pitchFamily="34" charset="0"/>
              </a:defRPr>
            </a:lvl2pPr>
            <a:lvl3pPr>
              <a:lnSpc>
                <a:spcPct val="100000"/>
              </a:lnSpc>
              <a:defRPr b="0" i="0">
                <a:solidFill>
                  <a:schemeClr val="tx1"/>
                </a:solidFill>
                <a:latin typeface="Century Gothic" panose="020B0502020202020204" pitchFamily="34" charset="0"/>
              </a:defRPr>
            </a:lvl3pPr>
            <a:lvl4pPr>
              <a:lnSpc>
                <a:spcPct val="100000"/>
              </a:lnSpc>
              <a:defRPr b="0" i="0">
                <a:solidFill>
                  <a:schemeClr val="tx1"/>
                </a:solidFill>
                <a:latin typeface="Century Gothic" panose="020B0502020202020204" pitchFamily="34" charset="0"/>
              </a:defRPr>
            </a:lvl4pPr>
            <a:lvl5pPr>
              <a:lnSpc>
                <a:spcPct val="100000"/>
              </a:lnSpc>
              <a:defRPr b="0" i="0">
                <a:solidFill>
                  <a:schemeClr val="tx1"/>
                </a:solidFill>
                <a:latin typeface="Century Gothic" panose="020B0502020202020204" pitchFamily="34" charset="0"/>
              </a:defRPr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pic>
        <p:nvPicPr>
          <p:cNvPr id="11" name="圖片 9" descr="一張含有 字型, 圖形, 標誌, 平面設計 的圖片&#10;&#10;AI 產生的內容可能不正確。">
            <a:extLst>
              <a:ext uri="{FF2B5EF4-FFF2-40B4-BE49-F238E27FC236}">
                <a16:creationId xmlns:a16="http://schemas.microsoft.com/office/drawing/2014/main" id="{2ADFD163-A329-5100-CA29-DA78598BD83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7423" y="6598026"/>
            <a:ext cx="605115" cy="177129"/>
          </a:xfrm>
          <a:prstGeom prst="rect">
            <a:avLst/>
          </a:prstGeom>
        </p:spPr>
      </p:pic>
      <p:sp>
        <p:nvSpPr>
          <p:cNvPr id="13" name="文字方塊 8">
            <a:extLst>
              <a:ext uri="{FF2B5EF4-FFF2-40B4-BE49-F238E27FC236}">
                <a16:creationId xmlns:a16="http://schemas.microsoft.com/office/drawing/2014/main" id="{A96FDCB2-9857-C24F-CADE-C299C4352002}"/>
              </a:ext>
            </a:extLst>
          </p:cNvPr>
          <p:cNvSpPr txBox="1"/>
          <p:nvPr userDrawn="1"/>
        </p:nvSpPr>
        <p:spPr>
          <a:xfrm>
            <a:off x="9029312" y="6623050"/>
            <a:ext cx="3189059" cy="246221"/>
          </a:xfrm>
          <a:prstGeom prst="rect">
            <a:avLst/>
          </a:prstGeom>
          <a:gradFill>
            <a:gsLst>
              <a:gs pos="64000">
                <a:srgbClr val="2477E6"/>
              </a:gs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4440000" scaled="0"/>
          </a:gra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Making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Partnership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Work | </a:t>
            </a:r>
            <a:r>
              <a:rPr lang="zh-TW" sz="1000">
                <a:solidFill>
                  <a:schemeClr val="bg1"/>
                </a:solidFill>
                <a:latin typeface="Century Gothic"/>
                <a:ea typeface="新細明體"/>
              </a:rPr>
              <a:t>www.accton.com</a:t>
            </a:r>
          </a:p>
        </p:txBody>
      </p:sp>
      <p:sp>
        <p:nvSpPr>
          <p:cNvPr id="2" name="文字方塊 7">
            <a:extLst>
              <a:ext uri="{FF2B5EF4-FFF2-40B4-BE49-F238E27FC236}">
                <a16:creationId xmlns:a16="http://schemas.microsoft.com/office/drawing/2014/main" id="{AFD3F180-3E25-A6C1-032D-06D20778FC1D}"/>
              </a:ext>
            </a:extLst>
          </p:cNvPr>
          <p:cNvSpPr txBox="1"/>
          <p:nvPr userDrawn="1"/>
        </p:nvSpPr>
        <p:spPr>
          <a:xfrm>
            <a:off x="734354" y="6600029"/>
            <a:ext cx="3900714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</a:rPr>
              <a:t>Copyright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  <a:cs typeface="+mn-lt"/>
              </a:rPr>
              <a:t> </a:t>
            </a:r>
            <a:r>
              <a:rPr 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©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202</a:t>
            </a:r>
            <a:r>
              <a:rPr lang="en-US" alt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6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Accton Technology Corporation. All rights reserved.</a:t>
            </a:r>
            <a:endParaRPr lang="zh-TW" altLang="en-US" sz="800">
              <a:solidFill>
                <a:schemeClr val="tx1"/>
              </a:solidFill>
              <a:latin typeface="Century Gothic"/>
              <a:ea typeface="新細明體"/>
            </a:endParaRPr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B3281E3D-0597-A5F5-7841-61B0747CD6A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5679440" y="6513895"/>
            <a:ext cx="833120" cy="365125"/>
          </a:xfrm>
        </p:spPr>
        <p:txBody>
          <a:bodyPr/>
          <a:lstStyle>
            <a:lvl1pPr algn="ctr">
              <a:defRPr sz="700" b="0" i="0">
                <a:latin typeface="+mn-lt"/>
              </a:defRPr>
            </a:lvl1pPr>
          </a:lstStyle>
          <a:p>
            <a:fld id="{5B0A2E34-17E6-46B6-A0CD-23734D57E7FF}" type="slidenum">
              <a:rPr lang="zh-TW" altLang="en-US" smtClean="0"/>
              <a:pPr/>
              <a:t>‹#›</a:t>
            </a:fld>
            <a:endParaRPr lang="zh-TW" altLang="en-US" sz="700"/>
          </a:p>
        </p:txBody>
      </p:sp>
    </p:spTree>
    <p:extLst>
      <p:ext uri="{BB962C8B-B14F-4D97-AF65-F5344CB8AC3E}">
        <p14:creationId xmlns:p14="http://schemas.microsoft.com/office/powerpoint/2010/main" val="1151150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EXT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標題 1">
            <a:extLst>
              <a:ext uri="{FF2B5EF4-FFF2-40B4-BE49-F238E27FC236}">
                <a16:creationId xmlns:a16="http://schemas.microsoft.com/office/drawing/2014/main" id="{7F78553B-010A-47AC-AC3B-8F9903B41B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65127"/>
            <a:ext cx="10515600" cy="1326092"/>
          </a:xfrm>
        </p:spPr>
        <p:txBody>
          <a:bodyPr/>
          <a:lstStyle>
            <a:lvl1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20" name="內容版面配置區 2">
            <a:extLst>
              <a:ext uri="{FF2B5EF4-FFF2-40B4-BE49-F238E27FC236}">
                <a16:creationId xmlns:a16="http://schemas.microsoft.com/office/drawing/2014/main" id="{2F02D212-DF91-491C-9FF6-B01F498ED56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207001" cy="4351867"/>
          </a:xfrm>
        </p:spPr>
        <p:txBody>
          <a:bodyPr/>
          <a:lstStyle>
            <a:lvl1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1pPr>
            <a:lvl2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2pPr>
            <a:lvl3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3pPr>
            <a:lvl4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4pPr>
            <a:lvl5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21" name="內容版面配置區 3">
            <a:extLst>
              <a:ext uri="{FF2B5EF4-FFF2-40B4-BE49-F238E27FC236}">
                <a16:creationId xmlns:a16="http://schemas.microsoft.com/office/drawing/2014/main" id="{8E6808AA-F633-4F33-A52A-9815330355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46801" y="1825625"/>
            <a:ext cx="5207001" cy="4351867"/>
          </a:xfrm>
        </p:spPr>
        <p:txBody>
          <a:bodyPr/>
          <a:lstStyle>
            <a:lvl1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1pPr>
            <a:lvl2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2pPr>
            <a:lvl3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3pPr>
            <a:lvl4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4pPr>
            <a:lvl5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pic>
        <p:nvPicPr>
          <p:cNvPr id="6" name="圖片 9" descr="一張含有 字型, 圖形, 標誌, 平面設計 的圖片&#10;&#10;AI 產生的內容可能不正確。">
            <a:extLst>
              <a:ext uri="{FF2B5EF4-FFF2-40B4-BE49-F238E27FC236}">
                <a16:creationId xmlns:a16="http://schemas.microsoft.com/office/drawing/2014/main" id="{85FC6A9C-6E69-9DF3-E7AB-DFA6A071EA0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7423" y="6598026"/>
            <a:ext cx="605115" cy="177129"/>
          </a:xfrm>
          <a:prstGeom prst="rect">
            <a:avLst/>
          </a:prstGeom>
        </p:spPr>
      </p:pic>
      <p:sp>
        <p:nvSpPr>
          <p:cNvPr id="8" name="文字方塊 8">
            <a:extLst>
              <a:ext uri="{FF2B5EF4-FFF2-40B4-BE49-F238E27FC236}">
                <a16:creationId xmlns:a16="http://schemas.microsoft.com/office/drawing/2014/main" id="{A6D0F1B9-591B-97B4-AFE2-A5192E7CA819}"/>
              </a:ext>
            </a:extLst>
          </p:cNvPr>
          <p:cNvSpPr txBox="1"/>
          <p:nvPr userDrawn="1"/>
        </p:nvSpPr>
        <p:spPr>
          <a:xfrm>
            <a:off x="9029312" y="6623050"/>
            <a:ext cx="3189059" cy="246221"/>
          </a:xfrm>
          <a:prstGeom prst="rect">
            <a:avLst/>
          </a:prstGeom>
          <a:gradFill>
            <a:gsLst>
              <a:gs pos="64000">
                <a:srgbClr val="2477E6"/>
              </a:gs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4440000" scaled="0"/>
          </a:gra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Making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Partnership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Work | </a:t>
            </a:r>
            <a:r>
              <a:rPr lang="zh-TW" sz="1000">
                <a:solidFill>
                  <a:schemeClr val="bg1"/>
                </a:solidFill>
                <a:latin typeface="Century Gothic"/>
                <a:ea typeface="新細明體"/>
              </a:rPr>
              <a:t>www.accton.com</a:t>
            </a:r>
          </a:p>
        </p:txBody>
      </p:sp>
      <p:sp>
        <p:nvSpPr>
          <p:cNvPr id="2" name="文字方塊 7">
            <a:extLst>
              <a:ext uri="{FF2B5EF4-FFF2-40B4-BE49-F238E27FC236}">
                <a16:creationId xmlns:a16="http://schemas.microsoft.com/office/drawing/2014/main" id="{6851E1B9-FC50-9C21-B6CD-F9892D765186}"/>
              </a:ext>
            </a:extLst>
          </p:cNvPr>
          <p:cNvSpPr txBox="1"/>
          <p:nvPr userDrawn="1"/>
        </p:nvSpPr>
        <p:spPr>
          <a:xfrm>
            <a:off x="734354" y="6600029"/>
            <a:ext cx="3900714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</a:rPr>
              <a:t>Copyright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  <a:cs typeface="+mn-lt"/>
              </a:rPr>
              <a:t> </a:t>
            </a:r>
            <a:r>
              <a:rPr 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©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202</a:t>
            </a:r>
            <a:r>
              <a:rPr lang="en-US" alt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6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Accton Technology Corporation. All rights reserved.</a:t>
            </a:r>
            <a:endParaRPr lang="zh-TW" altLang="en-US" sz="800">
              <a:solidFill>
                <a:schemeClr val="tx1"/>
              </a:solidFill>
              <a:latin typeface="Century Gothic"/>
              <a:ea typeface="新細明體"/>
            </a:endParaRPr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D506AE5E-3D8D-1798-4489-734063829E2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5679440" y="6513895"/>
            <a:ext cx="833120" cy="365125"/>
          </a:xfrm>
        </p:spPr>
        <p:txBody>
          <a:bodyPr/>
          <a:lstStyle>
            <a:lvl1pPr algn="ctr">
              <a:defRPr sz="700" b="0" i="0">
                <a:latin typeface="+mn-lt"/>
              </a:defRPr>
            </a:lvl1pPr>
          </a:lstStyle>
          <a:p>
            <a:fld id="{5B0A2E34-17E6-46B6-A0CD-23734D57E7FF}" type="slidenum">
              <a:rPr lang="zh-TW" altLang="en-US" smtClean="0"/>
              <a:pPr/>
              <a:t>‹#›</a:t>
            </a:fld>
            <a:endParaRPr lang="zh-TW" altLang="en-US" sz="700"/>
          </a:p>
        </p:txBody>
      </p:sp>
    </p:spTree>
    <p:extLst>
      <p:ext uri="{BB962C8B-B14F-4D97-AF65-F5344CB8AC3E}">
        <p14:creationId xmlns:p14="http://schemas.microsoft.com/office/powerpoint/2010/main" val="26996499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EXT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標題 1">
            <a:extLst>
              <a:ext uri="{FF2B5EF4-FFF2-40B4-BE49-F238E27FC236}">
                <a16:creationId xmlns:a16="http://schemas.microsoft.com/office/drawing/2014/main" id="{30B99503-3237-4C8F-8566-2B341666AA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17" y="365127"/>
            <a:ext cx="10515600" cy="1326092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4000" b="0" i="0">
                <a:latin typeface="Century Gothic" panose="020B0502020202020204" pitchFamily="34" charset="0"/>
              </a:defRPr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18" name="文字版面配置區 2">
            <a:extLst>
              <a:ext uri="{FF2B5EF4-FFF2-40B4-BE49-F238E27FC236}">
                <a16:creationId xmlns:a16="http://schemas.microsoft.com/office/drawing/2014/main" id="{584727CA-C7AD-42BD-B84A-ACA16FCD06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0319" y="1681692"/>
            <a:ext cx="5157259" cy="823384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1600" b="0" i="0">
                <a:latin typeface="Century Gothic" panose="020B0502020202020204" pitchFamily="34" charset="0"/>
              </a:defRPr>
            </a:lvl1pPr>
            <a:lvl2pPr marL="304784" indent="0">
              <a:buNone/>
              <a:defRPr sz="1333" b="1"/>
            </a:lvl2pPr>
            <a:lvl3pPr marL="609570" indent="0">
              <a:buNone/>
              <a:defRPr sz="1200" b="1"/>
            </a:lvl3pPr>
            <a:lvl4pPr marL="914354" indent="0">
              <a:buNone/>
              <a:defRPr sz="1067" b="1"/>
            </a:lvl4pPr>
            <a:lvl5pPr marL="1219139" indent="0">
              <a:buNone/>
              <a:defRPr sz="1067" b="1"/>
            </a:lvl5pPr>
            <a:lvl6pPr marL="1523923" indent="0">
              <a:buNone/>
              <a:defRPr sz="1067" b="1"/>
            </a:lvl6pPr>
            <a:lvl7pPr marL="1828709" indent="0">
              <a:buNone/>
              <a:defRPr sz="1067" b="1"/>
            </a:lvl7pPr>
            <a:lvl8pPr marL="2133493" indent="0">
              <a:buNone/>
              <a:defRPr sz="1067" b="1"/>
            </a:lvl8pPr>
            <a:lvl9pPr marL="2438278" indent="0">
              <a:buNone/>
              <a:defRPr sz="1067" b="1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19" name="內容版面配置區 3">
            <a:extLst>
              <a:ext uri="{FF2B5EF4-FFF2-40B4-BE49-F238E27FC236}">
                <a16:creationId xmlns:a16="http://schemas.microsoft.com/office/drawing/2014/main" id="{7278B771-B25D-4F17-9FB9-02DAC815DEE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40319" y="2505076"/>
            <a:ext cx="5157259" cy="3685117"/>
          </a:xfrm>
        </p:spPr>
        <p:txBody>
          <a:bodyPr/>
          <a:lstStyle>
            <a:lvl1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1pPr>
            <a:lvl2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2pPr>
            <a:lvl3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3pPr>
            <a:lvl4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4pPr>
            <a:lvl5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20" name="文字版面配置區 4">
            <a:extLst>
              <a:ext uri="{FF2B5EF4-FFF2-40B4-BE49-F238E27FC236}">
                <a16:creationId xmlns:a16="http://schemas.microsoft.com/office/drawing/2014/main" id="{6F137962-A1AE-4302-915E-2B83276B4DC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2" y="1681692"/>
            <a:ext cx="5183717" cy="823384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1600" b="0" i="0">
                <a:latin typeface="Century Gothic" panose="020B0502020202020204" pitchFamily="34" charset="0"/>
              </a:defRPr>
            </a:lvl1pPr>
            <a:lvl2pPr marL="304784" indent="0">
              <a:buNone/>
              <a:defRPr sz="1333" b="1"/>
            </a:lvl2pPr>
            <a:lvl3pPr marL="609570" indent="0">
              <a:buNone/>
              <a:defRPr sz="1200" b="1"/>
            </a:lvl3pPr>
            <a:lvl4pPr marL="914354" indent="0">
              <a:buNone/>
              <a:defRPr sz="1067" b="1"/>
            </a:lvl4pPr>
            <a:lvl5pPr marL="1219139" indent="0">
              <a:buNone/>
              <a:defRPr sz="1067" b="1"/>
            </a:lvl5pPr>
            <a:lvl6pPr marL="1523923" indent="0">
              <a:buNone/>
              <a:defRPr sz="1067" b="1"/>
            </a:lvl6pPr>
            <a:lvl7pPr marL="1828709" indent="0">
              <a:buNone/>
              <a:defRPr sz="1067" b="1"/>
            </a:lvl7pPr>
            <a:lvl8pPr marL="2133493" indent="0">
              <a:buNone/>
              <a:defRPr sz="1067" b="1"/>
            </a:lvl8pPr>
            <a:lvl9pPr marL="2438278" indent="0">
              <a:buNone/>
              <a:defRPr sz="1067" b="1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21" name="內容版面配置區 5">
            <a:extLst>
              <a:ext uri="{FF2B5EF4-FFF2-40B4-BE49-F238E27FC236}">
                <a16:creationId xmlns:a16="http://schemas.microsoft.com/office/drawing/2014/main" id="{4A0EE691-EA0E-41E2-927B-79BB1DCE398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2505076"/>
            <a:ext cx="5183717" cy="3685117"/>
          </a:xfrm>
        </p:spPr>
        <p:txBody>
          <a:bodyPr/>
          <a:lstStyle>
            <a:lvl1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1pPr>
            <a:lvl2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2pPr>
            <a:lvl3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3pPr>
            <a:lvl4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4pPr>
            <a:lvl5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pic>
        <p:nvPicPr>
          <p:cNvPr id="6" name="圖片 9" descr="一張含有 字型, 圖形, 標誌, 平面設計 的圖片&#10;&#10;AI 產生的內容可能不正確。">
            <a:extLst>
              <a:ext uri="{FF2B5EF4-FFF2-40B4-BE49-F238E27FC236}">
                <a16:creationId xmlns:a16="http://schemas.microsoft.com/office/drawing/2014/main" id="{53E6025D-036E-ACC8-7496-A4634425935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7423" y="6598026"/>
            <a:ext cx="605115" cy="177129"/>
          </a:xfrm>
          <a:prstGeom prst="rect">
            <a:avLst/>
          </a:prstGeom>
        </p:spPr>
      </p:pic>
      <p:sp>
        <p:nvSpPr>
          <p:cNvPr id="8" name="文字方塊 8">
            <a:extLst>
              <a:ext uri="{FF2B5EF4-FFF2-40B4-BE49-F238E27FC236}">
                <a16:creationId xmlns:a16="http://schemas.microsoft.com/office/drawing/2014/main" id="{6917148C-9D3C-DF6A-DBFA-D2AA8973DAC0}"/>
              </a:ext>
            </a:extLst>
          </p:cNvPr>
          <p:cNvSpPr txBox="1"/>
          <p:nvPr userDrawn="1"/>
        </p:nvSpPr>
        <p:spPr>
          <a:xfrm>
            <a:off x="9029312" y="6623050"/>
            <a:ext cx="3189059" cy="246221"/>
          </a:xfrm>
          <a:prstGeom prst="rect">
            <a:avLst/>
          </a:prstGeom>
          <a:gradFill>
            <a:gsLst>
              <a:gs pos="64000">
                <a:srgbClr val="2477E6"/>
              </a:gs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4440000" scaled="0"/>
          </a:gra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Making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Partnership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Work | </a:t>
            </a:r>
            <a:r>
              <a:rPr lang="zh-TW" sz="1000">
                <a:solidFill>
                  <a:schemeClr val="bg1"/>
                </a:solidFill>
                <a:latin typeface="Century Gothic"/>
                <a:ea typeface="新細明體"/>
              </a:rPr>
              <a:t>www.accton.com</a:t>
            </a:r>
          </a:p>
        </p:txBody>
      </p:sp>
      <p:sp>
        <p:nvSpPr>
          <p:cNvPr id="2" name="文字方塊 7">
            <a:extLst>
              <a:ext uri="{FF2B5EF4-FFF2-40B4-BE49-F238E27FC236}">
                <a16:creationId xmlns:a16="http://schemas.microsoft.com/office/drawing/2014/main" id="{5A8673E2-1E6B-7D9C-59F5-6A65732EF8D3}"/>
              </a:ext>
            </a:extLst>
          </p:cNvPr>
          <p:cNvSpPr txBox="1"/>
          <p:nvPr userDrawn="1"/>
        </p:nvSpPr>
        <p:spPr>
          <a:xfrm>
            <a:off x="734354" y="6600029"/>
            <a:ext cx="3900714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</a:rPr>
              <a:t>Copyright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  <a:cs typeface="+mn-lt"/>
              </a:rPr>
              <a:t> </a:t>
            </a:r>
            <a:r>
              <a:rPr 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©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202</a:t>
            </a:r>
            <a:r>
              <a:rPr lang="en-US" alt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6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Accton Technology Corporation. All rights reserved.</a:t>
            </a:r>
            <a:endParaRPr lang="zh-TW" altLang="en-US" sz="800">
              <a:solidFill>
                <a:schemeClr val="tx1"/>
              </a:solidFill>
              <a:latin typeface="Century Gothic"/>
              <a:ea typeface="新細明體"/>
            </a:endParaRPr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AC602F8B-A801-E2E8-672B-323A6F5D264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5679440" y="6513895"/>
            <a:ext cx="833120" cy="365125"/>
          </a:xfrm>
        </p:spPr>
        <p:txBody>
          <a:bodyPr/>
          <a:lstStyle>
            <a:lvl1pPr algn="ctr">
              <a:defRPr sz="700" b="0" i="0">
                <a:latin typeface="+mn-lt"/>
              </a:defRPr>
            </a:lvl1pPr>
          </a:lstStyle>
          <a:p>
            <a:fld id="{5B0A2E34-17E6-46B6-A0CD-23734D57E7FF}" type="slidenum">
              <a:rPr lang="zh-TW" altLang="en-US" smtClean="0"/>
              <a:pPr/>
              <a:t>‹#›</a:t>
            </a:fld>
            <a:endParaRPr lang="zh-TW" altLang="en-US" sz="700"/>
          </a:p>
        </p:txBody>
      </p:sp>
    </p:spTree>
    <p:extLst>
      <p:ext uri="{BB962C8B-B14F-4D97-AF65-F5344CB8AC3E}">
        <p14:creationId xmlns:p14="http://schemas.microsoft.com/office/powerpoint/2010/main" val="38281386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EXT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標題 1">
            <a:extLst>
              <a:ext uri="{FF2B5EF4-FFF2-40B4-BE49-F238E27FC236}">
                <a16:creationId xmlns:a16="http://schemas.microsoft.com/office/drawing/2014/main" id="{C87A6C0F-6C65-4FE6-8448-D635C783AA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65127"/>
            <a:ext cx="10515600" cy="1326092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4000" b="0" i="0">
                <a:latin typeface="Century Gothic" panose="020B0502020202020204" pitchFamily="34" charset="0"/>
              </a:defRPr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pic>
        <p:nvPicPr>
          <p:cNvPr id="6" name="圖片 9" descr="一張含有 字型, 圖形, 標誌, 平面設計 的圖片&#10;&#10;AI 產生的內容可能不正確。">
            <a:extLst>
              <a:ext uri="{FF2B5EF4-FFF2-40B4-BE49-F238E27FC236}">
                <a16:creationId xmlns:a16="http://schemas.microsoft.com/office/drawing/2014/main" id="{733FC352-A6A0-B7C1-CA3E-6EA713A9113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7423" y="6598026"/>
            <a:ext cx="605115" cy="177129"/>
          </a:xfrm>
          <a:prstGeom prst="rect">
            <a:avLst/>
          </a:prstGeom>
        </p:spPr>
      </p:pic>
      <p:sp>
        <p:nvSpPr>
          <p:cNvPr id="8" name="文字方塊 8">
            <a:extLst>
              <a:ext uri="{FF2B5EF4-FFF2-40B4-BE49-F238E27FC236}">
                <a16:creationId xmlns:a16="http://schemas.microsoft.com/office/drawing/2014/main" id="{1DDFCBF0-5600-296D-235C-91C8E4A9E0EA}"/>
              </a:ext>
            </a:extLst>
          </p:cNvPr>
          <p:cNvSpPr txBox="1"/>
          <p:nvPr userDrawn="1"/>
        </p:nvSpPr>
        <p:spPr>
          <a:xfrm>
            <a:off x="9029312" y="6623050"/>
            <a:ext cx="3189059" cy="246221"/>
          </a:xfrm>
          <a:prstGeom prst="rect">
            <a:avLst/>
          </a:prstGeom>
          <a:gradFill>
            <a:gsLst>
              <a:gs pos="64000">
                <a:srgbClr val="2477E6"/>
              </a:gs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4440000" scaled="0"/>
          </a:gra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Making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Partnership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Work | </a:t>
            </a:r>
            <a:r>
              <a:rPr lang="zh-TW" sz="1000">
                <a:solidFill>
                  <a:schemeClr val="bg1"/>
                </a:solidFill>
                <a:latin typeface="Century Gothic"/>
                <a:ea typeface="新細明體"/>
              </a:rPr>
              <a:t>www.accton.com</a:t>
            </a:r>
          </a:p>
        </p:txBody>
      </p:sp>
      <p:sp>
        <p:nvSpPr>
          <p:cNvPr id="2" name="文字方塊 7">
            <a:extLst>
              <a:ext uri="{FF2B5EF4-FFF2-40B4-BE49-F238E27FC236}">
                <a16:creationId xmlns:a16="http://schemas.microsoft.com/office/drawing/2014/main" id="{BA7C73F5-F21F-D03A-467C-667CCBA2A5B3}"/>
              </a:ext>
            </a:extLst>
          </p:cNvPr>
          <p:cNvSpPr txBox="1"/>
          <p:nvPr userDrawn="1"/>
        </p:nvSpPr>
        <p:spPr>
          <a:xfrm>
            <a:off x="734354" y="6600029"/>
            <a:ext cx="3900714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</a:rPr>
              <a:t>Copyright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  <a:cs typeface="+mn-lt"/>
              </a:rPr>
              <a:t> </a:t>
            </a:r>
            <a:r>
              <a:rPr 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©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202</a:t>
            </a:r>
            <a:r>
              <a:rPr lang="en-US" alt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6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Accton Technology Corporation. All rights reserved.</a:t>
            </a:r>
            <a:endParaRPr lang="zh-TW" altLang="en-US" sz="800">
              <a:solidFill>
                <a:schemeClr val="tx1"/>
              </a:solidFill>
              <a:latin typeface="Century Gothic"/>
              <a:ea typeface="新細明體"/>
            </a:endParaRPr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72FCFE19-300D-0BDC-E119-F57714C2695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5679440" y="6513895"/>
            <a:ext cx="833120" cy="365125"/>
          </a:xfrm>
        </p:spPr>
        <p:txBody>
          <a:bodyPr/>
          <a:lstStyle>
            <a:lvl1pPr algn="ctr">
              <a:defRPr sz="700" b="0" i="0">
                <a:latin typeface="+mn-lt"/>
              </a:defRPr>
            </a:lvl1pPr>
          </a:lstStyle>
          <a:p>
            <a:fld id="{5B0A2E34-17E6-46B6-A0CD-23734D57E7FF}" type="slidenum">
              <a:rPr lang="zh-TW" altLang="en-US" smtClean="0"/>
              <a:pPr/>
              <a:t>‹#›</a:t>
            </a:fld>
            <a:endParaRPr lang="zh-TW" altLang="en-US" sz="700"/>
          </a:p>
        </p:txBody>
      </p:sp>
    </p:spTree>
    <p:extLst>
      <p:ext uri="{BB962C8B-B14F-4D97-AF65-F5344CB8AC3E}">
        <p14:creationId xmlns:p14="http://schemas.microsoft.com/office/powerpoint/2010/main" val="35271369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EXT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標題 1">
            <a:extLst>
              <a:ext uri="{FF2B5EF4-FFF2-40B4-BE49-F238E27FC236}">
                <a16:creationId xmlns:a16="http://schemas.microsoft.com/office/drawing/2014/main" id="{32E6FDBD-D33B-4253-AB6E-72616F3CFD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18" y="457200"/>
            <a:ext cx="3931711" cy="1600200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4000" b="0" i="0">
                <a:latin typeface="Century Gothic" panose="020B0502020202020204" pitchFamily="34" charset="0"/>
              </a:defRPr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11" name="內容版面配置區 2">
            <a:extLst>
              <a:ext uri="{FF2B5EF4-FFF2-40B4-BE49-F238E27FC236}">
                <a16:creationId xmlns:a16="http://schemas.microsoft.com/office/drawing/2014/main" id="{9FD09FFA-46D6-424E-8928-106A1C04FA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719" y="987427"/>
            <a:ext cx="6172201" cy="4873625"/>
          </a:xfrm>
        </p:spPr>
        <p:txBody>
          <a:bodyPr/>
          <a:lstStyle>
            <a:lvl1pPr>
              <a:lnSpc>
                <a:spcPct val="100000"/>
              </a:lnSpc>
              <a:defRPr sz="2133" b="0" i="0">
                <a:latin typeface="Century Gothic" panose="020B0502020202020204" pitchFamily="34" charset="0"/>
              </a:defRPr>
            </a:lvl1pPr>
            <a:lvl2pPr>
              <a:lnSpc>
                <a:spcPct val="100000"/>
              </a:lnSpc>
              <a:defRPr sz="1867" b="0" i="0">
                <a:latin typeface="Century Gothic" panose="020B0502020202020204" pitchFamily="34" charset="0"/>
              </a:defRPr>
            </a:lvl2pPr>
            <a:lvl3pPr>
              <a:lnSpc>
                <a:spcPct val="100000"/>
              </a:lnSpc>
              <a:defRPr sz="1600" b="0" i="0">
                <a:latin typeface="Century Gothic" panose="020B0502020202020204" pitchFamily="34" charset="0"/>
              </a:defRPr>
            </a:lvl3pPr>
            <a:lvl4pPr>
              <a:lnSpc>
                <a:spcPct val="100000"/>
              </a:lnSpc>
              <a:defRPr sz="1333" b="0" i="0">
                <a:latin typeface="Century Gothic" panose="020B0502020202020204" pitchFamily="34" charset="0"/>
              </a:defRPr>
            </a:lvl4pPr>
            <a:lvl5pPr>
              <a:lnSpc>
                <a:spcPct val="100000"/>
              </a:lnSpc>
              <a:defRPr sz="1333" b="0" i="0">
                <a:latin typeface="Century Gothic" panose="020B0502020202020204" pitchFamily="34" charset="0"/>
              </a:defRPr>
            </a:lvl5pPr>
            <a:lvl6pPr>
              <a:defRPr sz="1333"/>
            </a:lvl6pPr>
            <a:lvl7pPr>
              <a:defRPr sz="1333"/>
            </a:lvl7pPr>
            <a:lvl8pPr>
              <a:defRPr sz="1333"/>
            </a:lvl8pPr>
            <a:lvl9pPr>
              <a:defRPr sz="1333"/>
            </a:lvl9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12" name="文字版面配置區 3">
            <a:extLst>
              <a:ext uri="{FF2B5EF4-FFF2-40B4-BE49-F238E27FC236}">
                <a16:creationId xmlns:a16="http://schemas.microsoft.com/office/drawing/2014/main" id="{C9F35B2B-1677-49A5-A1CC-AFCECACCBF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40318" y="2057400"/>
            <a:ext cx="3931711" cy="3812117"/>
          </a:xfrm>
        </p:spPr>
        <p:txBody>
          <a:bodyPr/>
          <a:lstStyle>
            <a:lvl1pPr marL="0" indent="0">
              <a:lnSpc>
                <a:spcPct val="100000"/>
              </a:lnSpc>
              <a:buNone/>
              <a:defRPr sz="1067" b="0" i="0">
                <a:latin typeface="Century Gothic" panose="020B0502020202020204" pitchFamily="34" charset="0"/>
              </a:defRPr>
            </a:lvl1pPr>
            <a:lvl2pPr marL="304784" indent="0">
              <a:buNone/>
              <a:defRPr sz="933"/>
            </a:lvl2pPr>
            <a:lvl3pPr marL="609570" indent="0">
              <a:buNone/>
              <a:defRPr sz="800"/>
            </a:lvl3pPr>
            <a:lvl4pPr marL="914354" indent="0">
              <a:buNone/>
              <a:defRPr sz="667"/>
            </a:lvl4pPr>
            <a:lvl5pPr marL="1219139" indent="0">
              <a:buNone/>
              <a:defRPr sz="667"/>
            </a:lvl5pPr>
            <a:lvl6pPr marL="1523923" indent="0">
              <a:buNone/>
              <a:defRPr sz="667"/>
            </a:lvl6pPr>
            <a:lvl7pPr marL="1828709" indent="0">
              <a:buNone/>
              <a:defRPr sz="667"/>
            </a:lvl7pPr>
            <a:lvl8pPr marL="2133493" indent="0">
              <a:buNone/>
              <a:defRPr sz="667"/>
            </a:lvl8pPr>
            <a:lvl9pPr marL="2438278" indent="0">
              <a:buNone/>
              <a:defRPr sz="667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pic>
        <p:nvPicPr>
          <p:cNvPr id="6" name="圖片 9" descr="一張含有 字型, 圖形, 標誌, 平面設計 的圖片&#10;&#10;AI 產生的內容可能不正確。">
            <a:extLst>
              <a:ext uri="{FF2B5EF4-FFF2-40B4-BE49-F238E27FC236}">
                <a16:creationId xmlns:a16="http://schemas.microsoft.com/office/drawing/2014/main" id="{677CF94A-A425-99D9-EC4A-AA4D5674827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7423" y="6598026"/>
            <a:ext cx="605115" cy="177129"/>
          </a:xfrm>
          <a:prstGeom prst="rect">
            <a:avLst/>
          </a:prstGeom>
        </p:spPr>
      </p:pic>
      <p:sp>
        <p:nvSpPr>
          <p:cNvPr id="8" name="文字方塊 8">
            <a:extLst>
              <a:ext uri="{FF2B5EF4-FFF2-40B4-BE49-F238E27FC236}">
                <a16:creationId xmlns:a16="http://schemas.microsoft.com/office/drawing/2014/main" id="{69AD9D6A-F8BE-6A51-A202-70D70D08F00F}"/>
              </a:ext>
            </a:extLst>
          </p:cNvPr>
          <p:cNvSpPr txBox="1"/>
          <p:nvPr userDrawn="1"/>
        </p:nvSpPr>
        <p:spPr>
          <a:xfrm>
            <a:off x="9029312" y="6623050"/>
            <a:ext cx="3189059" cy="246221"/>
          </a:xfrm>
          <a:prstGeom prst="rect">
            <a:avLst/>
          </a:prstGeom>
          <a:gradFill>
            <a:gsLst>
              <a:gs pos="64000">
                <a:srgbClr val="2477E6"/>
              </a:gs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4440000" scaled="0"/>
          </a:gra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Making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Partnership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Work | </a:t>
            </a:r>
            <a:r>
              <a:rPr lang="zh-TW" sz="1000">
                <a:solidFill>
                  <a:schemeClr val="bg1"/>
                </a:solidFill>
                <a:latin typeface="Century Gothic"/>
                <a:ea typeface="新細明體"/>
              </a:rPr>
              <a:t>www.accton.com</a:t>
            </a:r>
          </a:p>
        </p:txBody>
      </p:sp>
      <p:sp>
        <p:nvSpPr>
          <p:cNvPr id="2" name="文字方塊 7">
            <a:extLst>
              <a:ext uri="{FF2B5EF4-FFF2-40B4-BE49-F238E27FC236}">
                <a16:creationId xmlns:a16="http://schemas.microsoft.com/office/drawing/2014/main" id="{803376B1-6A95-1F53-7B78-4E72C8FAAE40}"/>
              </a:ext>
            </a:extLst>
          </p:cNvPr>
          <p:cNvSpPr txBox="1"/>
          <p:nvPr userDrawn="1"/>
        </p:nvSpPr>
        <p:spPr>
          <a:xfrm>
            <a:off x="734354" y="6600029"/>
            <a:ext cx="3900714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</a:rPr>
              <a:t>Copyright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  <a:cs typeface="+mn-lt"/>
              </a:rPr>
              <a:t> </a:t>
            </a:r>
            <a:r>
              <a:rPr 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©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202</a:t>
            </a:r>
            <a:r>
              <a:rPr lang="en-US" alt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6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Accton Technology Corporation. All rights reserved.</a:t>
            </a:r>
            <a:endParaRPr lang="zh-TW" altLang="en-US" sz="800">
              <a:solidFill>
                <a:schemeClr val="tx1"/>
              </a:solidFill>
              <a:latin typeface="Century Gothic"/>
              <a:ea typeface="新細明體"/>
            </a:endParaRPr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5AA90CE0-2049-A650-446D-122EA8D7205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5679440" y="6513895"/>
            <a:ext cx="833120" cy="365125"/>
          </a:xfrm>
        </p:spPr>
        <p:txBody>
          <a:bodyPr/>
          <a:lstStyle>
            <a:lvl1pPr algn="ctr">
              <a:defRPr sz="700" b="0" i="0">
                <a:latin typeface="+mn-lt"/>
              </a:defRPr>
            </a:lvl1pPr>
          </a:lstStyle>
          <a:p>
            <a:fld id="{5B0A2E34-17E6-46B6-A0CD-23734D57E7FF}" type="slidenum">
              <a:rPr lang="zh-TW" altLang="en-US" smtClean="0"/>
              <a:pPr/>
              <a:t>‹#›</a:t>
            </a:fld>
            <a:endParaRPr lang="zh-TW" altLang="en-US" sz="700"/>
          </a:p>
        </p:txBody>
      </p:sp>
    </p:spTree>
    <p:extLst>
      <p:ext uri="{BB962C8B-B14F-4D97-AF65-F5344CB8AC3E}">
        <p14:creationId xmlns:p14="http://schemas.microsoft.com/office/powerpoint/2010/main" val="9321800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5_EXT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標題 1">
            <a:extLst>
              <a:ext uri="{FF2B5EF4-FFF2-40B4-BE49-F238E27FC236}">
                <a16:creationId xmlns:a16="http://schemas.microsoft.com/office/drawing/2014/main" id="{7EC3F242-1B94-4885-9C19-26D1C2D757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18" y="457200"/>
            <a:ext cx="3931711" cy="1600200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4000" b="0" i="0">
                <a:latin typeface="Century Gothic" panose="020B0502020202020204" pitchFamily="34" charset="0"/>
              </a:defRPr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11" name="圖片版面配置區 2">
            <a:extLst>
              <a:ext uri="{FF2B5EF4-FFF2-40B4-BE49-F238E27FC236}">
                <a16:creationId xmlns:a16="http://schemas.microsoft.com/office/drawing/2014/main" id="{EEEFC190-5FD6-45A7-A8B5-6D6DD1425B8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719" y="987427"/>
            <a:ext cx="6172201" cy="4873625"/>
          </a:xfrm>
        </p:spPr>
        <p:txBody>
          <a:bodyPr/>
          <a:lstStyle>
            <a:lvl1pPr marL="0" indent="0">
              <a:lnSpc>
                <a:spcPct val="100000"/>
              </a:lnSpc>
              <a:buNone/>
              <a:defRPr sz="2133" b="0" i="0">
                <a:latin typeface="Century Gothic" panose="020B0502020202020204" pitchFamily="34" charset="0"/>
              </a:defRPr>
            </a:lvl1pPr>
            <a:lvl2pPr marL="304784" indent="0">
              <a:buNone/>
              <a:defRPr sz="1867"/>
            </a:lvl2pPr>
            <a:lvl3pPr marL="609570" indent="0">
              <a:buNone/>
              <a:defRPr sz="1600"/>
            </a:lvl3pPr>
            <a:lvl4pPr marL="914354" indent="0">
              <a:buNone/>
              <a:defRPr sz="1333"/>
            </a:lvl4pPr>
            <a:lvl5pPr marL="1219139" indent="0">
              <a:buNone/>
              <a:defRPr sz="1333"/>
            </a:lvl5pPr>
            <a:lvl6pPr marL="1523923" indent="0">
              <a:buNone/>
              <a:defRPr sz="1333"/>
            </a:lvl6pPr>
            <a:lvl7pPr marL="1828709" indent="0">
              <a:buNone/>
              <a:defRPr sz="1333"/>
            </a:lvl7pPr>
            <a:lvl8pPr marL="2133493" indent="0">
              <a:buNone/>
              <a:defRPr sz="1333"/>
            </a:lvl8pPr>
            <a:lvl9pPr marL="2438278" indent="0">
              <a:buNone/>
              <a:defRPr sz="1333"/>
            </a:lvl9pPr>
          </a:lstStyle>
          <a:p>
            <a:r>
              <a:rPr lang="en-US" altLang="zh-TW"/>
              <a:t>Click icon to add picture</a:t>
            </a:r>
            <a:endParaRPr lang="zh-TW" altLang="en-US"/>
          </a:p>
        </p:txBody>
      </p:sp>
      <p:sp>
        <p:nvSpPr>
          <p:cNvPr id="12" name="文字版面配置區 3">
            <a:extLst>
              <a:ext uri="{FF2B5EF4-FFF2-40B4-BE49-F238E27FC236}">
                <a16:creationId xmlns:a16="http://schemas.microsoft.com/office/drawing/2014/main" id="{F59C212D-F392-4B46-8E26-F846B07408F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40318" y="2057400"/>
            <a:ext cx="3931711" cy="3812117"/>
          </a:xfrm>
        </p:spPr>
        <p:txBody>
          <a:bodyPr/>
          <a:lstStyle>
            <a:lvl1pPr marL="0" indent="0">
              <a:lnSpc>
                <a:spcPct val="100000"/>
              </a:lnSpc>
              <a:buNone/>
              <a:defRPr sz="1067" b="0" i="0">
                <a:latin typeface="Century Gothic" panose="020B0502020202020204" pitchFamily="34" charset="0"/>
              </a:defRPr>
            </a:lvl1pPr>
            <a:lvl2pPr marL="304784" indent="0">
              <a:buNone/>
              <a:defRPr sz="933"/>
            </a:lvl2pPr>
            <a:lvl3pPr marL="609570" indent="0">
              <a:buNone/>
              <a:defRPr sz="800"/>
            </a:lvl3pPr>
            <a:lvl4pPr marL="914354" indent="0">
              <a:buNone/>
              <a:defRPr sz="667"/>
            </a:lvl4pPr>
            <a:lvl5pPr marL="1219139" indent="0">
              <a:buNone/>
              <a:defRPr sz="667"/>
            </a:lvl5pPr>
            <a:lvl6pPr marL="1523923" indent="0">
              <a:buNone/>
              <a:defRPr sz="667"/>
            </a:lvl6pPr>
            <a:lvl7pPr marL="1828709" indent="0">
              <a:buNone/>
              <a:defRPr sz="667"/>
            </a:lvl7pPr>
            <a:lvl8pPr marL="2133493" indent="0">
              <a:buNone/>
              <a:defRPr sz="667"/>
            </a:lvl8pPr>
            <a:lvl9pPr marL="2438278" indent="0">
              <a:buNone/>
              <a:defRPr sz="667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pic>
        <p:nvPicPr>
          <p:cNvPr id="6" name="圖片 9" descr="一張含有 字型, 圖形, 標誌, 平面設計 的圖片&#10;&#10;AI 產生的內容可能不正確。">
            <a:extLst>
              <a:ext uri="{FF2B5EF4-FFF2-40B4-BE49-F238E27FC236}">
                <a16:creationId xmlns:a16="http://schemas.microsoft.com/office/drawing/2014/main" id="{C2E3741D-D09F-DD5F-3465-E7EF013AA18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7423" y="6598026"/>
            <a:ext cx="605115" cy="177129"/>
          </a:xfrm>
          <a:prstGeom prst="rect">
            <a:avLst/>
          </a:prstGeom>
        </p:spPr>
      </p:pic>
      <p:sp>
        <p:nvSpPr>
          <p:cNvPr id="8" name="文字方塊 8">
            <a:extLst>
              <a:ext uri="{FF2B5EF4-FFF2-40B4-BE49-F238E27FC236}">
                <a16:creationId xmlns:a16="http://schemas.microsoft.com/office/drawing/2014/main" id="{1E2E916F-519A-2483-08E5-9ADED91D598A}"/>
              </a:ext>
            </a:extLst>
          </p:cNvPr>
          <p:cNvSpPr txBox="1"/>
          <p:nvPr userDrawn="1"/>
        </p:nvSpPr>
        <p:spPr>
          <a:xfrm>
            <a:off x="9029312" y="6623050"/>
            <a:ext cx="3189059" cy="246221"/>
          </a:xfrm>
          <a:prstGeom prst="rect">
            <a:avLst/>
          </a:prstGeom>
          <a:gradFill>
            <a:gsLst>
              <a:gs pos="64000">
                <a:srgbClr val="2477E6"/>
              </a:gs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4440000" scaled="0"/>
          </a:gra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Making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Partnership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Work | </a:t>
            </a:r>
            <a:r>
              <a:rPr lang="zh-TW" sz="1000">
                <a:solidFill>
                  <a:schemeClr val="bg1"/>
                </a:solidFill>
                <a:latin typeface="Century Gothic"/>
                <a:ea typeface="新細明體"/>
              </a:rPr>
              <a:t>www.accton.com</a:t>
            </a:r>
          </a:p>
        </p:txBody>
      </p:sp>
      <p:sp>
        <p:nvSpPr>
          <p:cNvPr id="2" name="文字方塊 7">
            <a:extLst>
              <a:ext uri="{FF2B5EF4-FFF2-40B4-BE49-F238E27FC236}">
                <a16:creationId xmlns:a16="http://schemas.microsoft.com/office/drawing/2014/main" id="{03EF2648-443F-060F-A759-307A2465C878}"/>
              </a:ext>
            </a:extLst>
          </p:cNvPr>
          <p:cNvSpPr txBox="1"/>
          <p:nvPr userDrawn="1"/>
        </p:nvSpPr>
        <p:spPr>
          <a:xfrm>
            <a:off x="734354" y="6600029"/>
            <a:ext cx="3900714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</a:rPr>
              <a:t>Copyright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  <a:cs typeface="+mn-lt"/>
              </a:rPr>
              <a:t> </a:t>
            </a:r>
            <a:r>
              <a:rPr 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©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202</a:t>
            </a:r>
            <a:r>
              <a:rPr lang="en-US" alt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6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Accton Technology Corporation. All rights reserved.</a:t>
            </a:r>
            <a:endParaRPr lang="zh-TW" altLang="en-US" sz="800">
              <a:solidFill>
                <a:schemeClr val="tx1"/>
              </a:solidFill>
              <a:latin typeface="Century Gothic"/>
              <a:ea typeface="新細明體"/>
            </a:endParaRPr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8CC5E91E-6072-C8A4-779B-0CE638AB4D5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5679440" y="6513895"/>
            <a:ext cx="833120" cy="365125"/>
          </a:xfrm>
        </p:spPr>
        <p:txBody>
          <a:bodyPr/>
          <a:lstStyle>
            <a:lvl1pPr algn="ctr">
              <a:defRPr sz="700" b="0" i="0">
                <a:latin typeface="+mn-lt"/>
              </a:defRPr>
            </a:lvl1pPr>
          </a:lstStyle>
          <a:p>
            <a:fld id="{5B0A2E34-17E6-46B6-A0CD-23734D57E7FF}" type="slidenum">
              <a:rPr lang="zh-TW" altLang="en-US" smtClean="0"/>
              <a:pPr/>
              <a:t>‹#›</a:t>
            </a:fld>
            <a:endParaRPr lang="zh-TW" altLang="en-US" sz="700"/>
          </a:p>
        </p:txBody>
      </p:sp>
    </p:spTree>
    <p:extLst>
      <p:ext uri="{BB962C8B-B14F-4D97-AF65-F5344CB8AC3E}">
        <p14:creationId xmlns:p14="http://schemas.microsoft.com/office/powerpoint/2010/main" val="5253375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6_EXT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1">
            <a:extLst>
              <a:ext uri="{FF2B5EF4-FFF2-40B4-BE49-F238E27FC236}">
                <a16:creationId xmlns:a16="http://schemas.microsoft.com/office/drawing/2014/main" id="{68052B59-8595-4F97-8691-26635D0634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65127"/>
            <a:ext cx="10515600" cy="1326092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defRPr sz="4000" b="0" i="0">
                <a:solidFill>
                  <a:schemeClr val="tx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8" name="內容版面配置區 2">
            <a:extLst>
              <a:ext uri="{FF2B5EF4-FFF2-40B4-BE49-F238E27FC236}">
                <a16:creationId xmlns:a16="http://schemas.microsoft.com/office/drawing/2014/main" id="{02BDEEAD-44D7-418F-A313-A9E2124F20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10515600" cy="4351867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defRPr b="0" i="0">
                <a:solidFill>
                  <a:schemeClr val="tx1"/>
                </a:solidFill>
                <a:latin typeface="Century Gothic" panose="020B0502020202020204" pitchFamily="34" charset="0"/>
              </a:defRPr>
            </a:lvl1pPr>
            <a:lvl2pPr>
              <a:lnSpc>
                <a:spcPct val="100000"/>
              </a:lnSpc>
              <a:defRPr b="0" i="0">
                <a:solidFill>
                  <a:schemeClr val="tx1"/>
                </a:solidFill>
                <a:latin typeface="Century Gothic" panose="020B0502020202020204" pitchFamily="34" charset="0"/>
              </a:defRPr>
            </a:lvl2pPr>
            <a:lvl3pPr>
              <a:lnSpc>
                <a:spcPct val="100000"/>
              </a:lnSpc>
              <a:defRPr b="0" i="0">
                <a:solidFill>
                  <a:schemeClr val="tx1"/>
                </a:solidFill>
                <a:latin typeface="Century Gothic" panose="020B0502020202020204" pitchFamily="34" charset="0"/>
              </a:defRPr>
            </a:lvl3pPr>
            <a:lvl4pPr>
              <a:lnSpc>
                <a:spcPct val="100000"/>
              </a:lnSpc>
              <a:defRPr b="0" i="0">
                <a:solidFill>
                  <a:schemeClr val="tx1"/>
                </a:solidFill>
                <a:latin typeface="Century Gothic" panose="020B0502020202020204" pitchFamily="34" charset="0"/>
              </a:defRPr>
            </a:lvl4pPr>
            <a:lvl5pPr>
              <a:lnSpc>
                <a:spcPct val="100000"/>
              </a:lnSpc>
              <a:defRPr b="0" i="0">
                <a:solidFill>
                  <a:schemeClr val="tx1"/>
                </a:solidFill>
                <a:latin typeface="Century Gothic" panose="020B0502020202020204" pitchFamily="34" charset="0"/>
              </a:defRPr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pic>
        <p:nvPicPr>
          <p:cNvPr id="11" name="圖片 9" descr="一張含有 字型, 圖形, 標誌, 平面設計 的圖片&#10;&#10;AI 產生的內容可能不正確。">
            <a:extLst>
              <a:ext uri="{FF2B5EF4-FFF2-40B4-BE49-F238E27FC236}">
                <a16:creationId xmlns:a16="http://schemas.microsoft.com/office/drawing/2014/main" id="{E0F4D759-BD6C-8EFD-DAF1-FCC30F984BA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7423" y="6598026"/>
            <a:ext cx="605115" cy="177129"/>
          </a:xfrm>
          <a:prstGeom prst="rect">
            <a:avLst/>
          </a:prstGeom>
        </p:spPr>
      </p:pic>
      <p:sp>
        <p:nvSpPr>
          <p:cNvPr id="13" name="文字方塊 8">
            <a:extLst>
              <a:ext uri="{FF2B5EF4-FFF2-40B4-BE49-F238E27FC236}">
                <a16:creationId xmlns:a16="http://schemas.microsoft.com/office/drawing/2014/main" id="{EE145288-53FE-0F0D-2E52-1DE3C526D08C}"/>
              </a:ext>
            </a:extLst>
          </p:cNvPr>
          <p:cNvSpPr txBox="1"/>
          <p:nvPr userDrawn="1"/>
        </p:nvSpPr>
        <p:spPr>
          <a:xfrm>
            <a:off x="9029312" y="6623050"/>
            <a:ext cx="3189059" cy="246221"/>
          </a:xfrm>
          <a:prstGeom prst="rect">
            <a:avLst/>
          </a:prstGeom>
          <a:gradFill>
            <a:gsLst>
              <a:gs pos="64000">
                <a:srgbClr val="2477E6"/>
              </a:gs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4440000" scaled="0"/>
          </a:gra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Making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Partnership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Work | </a:t>
            </a:r>
            <a:r>
              <a:rPr lang="zh-TW" sz="1000">
                <a:solidFill>
                  <a:schemeClr val="bg1"/>
                </a:solidFill>
                <a:latin typeface="Century Gothic"/>
                <a:ea typeface="新細明體"/>
              </a:rPr>
              <a:t>www.accton.com</a:t>
            </a:r>
          </a:p>
        </p:txBody>
      </p:sp>
      <p:sp>
        <p:nvSpPr>
          <p:cNvPr id="5" name="文字方塊 7">
            <a:extLst>
              <a:ext uri="{FF2B5EF4-FFF2-40B4-BE49-F238E27FC236}">
                <a16:creationId xmlns:a16="http://schemas.microsoft.com/office/drawing/2014/main" id="{5BCC08DD-7494-23A9-9F87-2AE7466ED1C5}"/>
              </a:ext>
            </a:extLst>
          </p:cNvPr>
          <p:cNvSpPr txBox="1"/>
          <p:nvPr userDrawn="1"/>
        </p:nvSpPr>
        <p:spPr>
          <a:xfrm>
            <a:off x="734354" y="6600029"/>
            <a:ext cx="3900714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</a:rPr>
              <a:t>Copyright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  <a:cs typeface="+mn-lt"/>
              </a:rPr>
              <a:t> </a:t>
            </a:r>
            <a:r>
              <a:rPr 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©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202</a:t>
            </a:r>
            <a:r>
              <a:rPr lang="en-US" alt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6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Accton Technology Corporation. All rights reserved.</a:t>
            </a:r>
            <a:endParaRPr lang="zh-TW" altLang="en-US" sz="800">
              <a:solidFill>
                <a:schemeClr val="tx1"/>
              </a:solidFill>
              <a:latin typeface="Century Gothic"/>
              <a:ea typeface="新細明體"/>
            </a:endParaRPr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E00981D7-751F-4017-00CB-10979E09B96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5679440" y="6513895"/>
            <a:ext cx="833120" cy="365125"/>
          </a:xfrm>
        </p:spPr>
        <p:txBody>
          <a:bodyPr/>
          <a:lstStyle>
            <a:lvl1pPr algn="ctr">
              <a:defRPr sz="700" b="0" i="0">
                <a:latin typeface="+mn-lt"/>
              </a:defRPr>
            </a:lvl1pPr>
          </a:lstStyle>
          <a:p>
            <a:fld id="{5B0A2E34-17E6-46B6-A0CD-23734D57E7FF}" type="slidenum">
              <a:rPr lang="zh-TW" altLang="en-US" smtClean="0"/>
              <a:pPr/>
              <a:t>‹#›</a:t>
            </a:fld>
            <a:endParaRPr lang="zh-TW" altLang="en-US" sz="700"/>
          </a:p>
        </p:txBody>
      </p:sp>
    </p:spTree>
    <p:extLst>
      <p:ext uri="{BB962C8B-B14F-4D97-AF65-F5344CB8AC3E}">
        <p14:creationId xmlns:p14="http://schemas.microsoft.com/office/powerpoint/2010/main" val="1274641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9E45E07-C4B3-4DD6-A948-176AAB840C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65126"/>
            <a:ext cx="10515600" cy="1325564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Century Gothic" panose="020B0502020202020204" pitchFamily="34" charset="0"/>
              </a:defRPr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A0C16E40-3C3D-4C2C-9960-F20C5D06A5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1" y="1825626"/>
            <a:ext cx="10515600" cy="4172901"/>
          </a:xfrm>
          <a:prstGeom prst="rect">
            <a:avLst/>
          </a:prstGeom>
        </p:spPr>
        <p:txBody>
          <a:bodyPr vert="eaVert"/>
          <a:lstStyle>
            <a:lvl1pPr>
              <a:defRPr b="0" i="0">
                <a:latin typeface="Century Gothic" panose="020B0502020202020204" pitchFamily="34" charset="0"/>
              </a:defRPr>
            </a:lvl1pPr>
            <a:lvl2pPr>
              <a:defRPr b="0" i="0">
                <a:latin typeface="Century Gothic" panose="020B0502020202020204" pitchFamily="34" charset="0"/>
              </a:defRPr>
            </a:lvl2pPr>
            <a:lvl3pPr>
              <a:defRPr b="0" i="0">
                <a:latin typeface="Century Gothic" panose="020B0502020202020204" pitchFamily="34" charset="0"/>
              </a:defRPr>
            </a:lvl3pPr>
            <a:lvl4pPr>
              <a:defRPr b="0" i="0">
                <a:latin typeface="Century Gothic" panose="020B0502020202020204" pitchFamily="34" charset="0"/>
              </a:defRPr>
            </a:lvl4pPr>
            <a:lvl5pPr>
              <a:defRPr b="0" i="0">
                <a:latin typeface="Century Gothic" panose="020B0502020202020204" pitchFamily="34" charset="0"/>
              </a:defRPr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pic>
        <p:nvPicPr>
          <p:cNvPr id="16" name="圖片 9" descr="一張含有 字型, 圖形, 標誌, 平面設計 的圖片&#10;&#10;AI 產生的內容可能不正確。">
            <a:extLst>
              <a:ext uri="{FF2B5EF4-FFF2-40B4-BE49-F238E27FC236}">
                <a16:creationId xmlns:a16="http://schemas.microsoft.com/office/drawing/2014/main" id="{C208D8C8-F57B-9535-292D-16D53BD019C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7423" y="6598026"/>
            <a:ext cx="605115" cy="177129"/>
          </a:xfrm>
          <a:prstGeom prst="rect">
            <a:avLst/>
          </a:prstGeom>
        </p:spPr>
      </p:pic>
      <p:sp>
        <p:nvSpPr>
          <p:cNvPr id="18" name="文字方塊 8">
            <a:extLst>
              <a:ext uri="{FF2B5EF4-FFF2-40B4-BE49-F238E27FC236}">
                <a16:creationId xmlns:a16="http://schemas.microsoft.com/office/drawing/2014/main" id="{DA999C33-D81D-A75E-6096-3230D4477905}"/>
              </a:ext>
            </a:extLst>
          </p:cNvPr>
          <p:cNvSpPr txBox="1"/>
          <p:nvPr userDrawn="1"/>
        </p:nvSpPr>
        <p:spPr>
          <a:xfrm>
            <a:off x="9029312" y="6623050"/>
            <a:ext cx="3189059" cy="246221"/>
          </a:xfrm>
          <a:prstGeom prst="rect">
            <a:avLst/>
          </a:prstGeom>
          <a:gradFill>
            <a:gsLst>
              <a:gs pos="64000">
                <a:srgbClr val="2477E6"/>
              </a:gs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4440000" scaled="0"/>
          </a:gra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Making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Partnership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Work | </a:t>
            </a:r>
            <a:r>
              <a:rPr lang="zh-TW" sz="1000">
                <a:solidFill>
                  <a:schemeClr val="bg1"/>
                </a:solidFill>
                <a:latin typeface="Century Gothic"/>
                <a:ea typeface="新細明體"/>
              </a:rPr>
              <a:t>www.accton.com</a:t>
            </a:r>
          </a:p>
        </p:txBody>
      </p:sp>
      <p:sp>
        <p:nvSpPr>
          <p:cNvPr id="4" name="文字方塊 7">
            <a:extLst>
              <a:ext uri="{FF2B5EF4-FFF2-40B4-BE49-F238E27FC236}">
                <a16:creationId xmlns:a16="http://schemas.microsoft.com/office/drawing/2014/main" id="{240DC693-3D78-A16B-2675-7EC333B351DF}"/>
              </a:ext>
            </a:extLst>
          </p:cNvPr>
          <p:cNvSpPr txBox="1"/>
          <p:nvPr userDrawn="1"/>
        </p:nvSpPr>
        <p:spPr>
          <a:xfrm>
            <a:off x="734354" y="6600029"/>
            <a:ext cx="3900714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</a:rPr>
              <a:t>Copyright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  <a:cs typeface="+mn-lt"/>
              </a:rPr>
              <a:t> </a:t>
            </a:r>
            <a:r>
              <a:rPr 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©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202</a:t>
            </a:r>
            <a:r>
              <a:rPr lang="en-US" alt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6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Accton Technology Corporation. All rights reserved.</a:t>
            </a:r>
            <a:endParaRPr lang="zh-TW" altLang="en-US" sz="800">
              <a:solidFill>
                <a:schemeClr val="tx1"/>
              </a:solidFill>
              <a:latin typeface="Century Gothic"/>
              <a:ea typeface="新細明體"/>
            </a:endParaRPr>
          </a:p>
        </p:txBody>
      </p:sp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71F2101E-D217-B4E2-96B8-D57CCE5FCA4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5679440" y="6513895"/>
            <a:ext cx="833120" cy="365125"/>
          </a:xfrm>
        </p:spPr>
        <p:txBody>
          <a:bodyPr/>
          <a:lstStyle>
            <a:lvl1pPr algn="ctr">
              <a:defRPr sz="700" b="0" i="0">
                <a:latin typeface="+mn-lt"/>
              </a:defRPr>
            </a:lvl1pPr>
          </a:lstStyle>
          <a:p>
            <a:fld id="{5B0A2E34-17E6-46B6-A0CD-23734D57E7FF}" type="slidenum">
              <a:rPr lang="zh-TW" altLang="en-US" smtClean="0"/>
              <a:pPr/>
              <a:t>‹#›</a:t>
            </a:fld>
            <a:endParaRPr lang="zh-TW" altLang="en-US" sz="700"/>
          </a:p>
        </p:txBody>
      </p:sp>
    </p:spTree>
    <p:extLst>
      <p:ext uri="{BB962C8B-B14F-4D97-AF65-F5344CB8AC3E}">
        <p14:creationId xmlns:p14="http://schemas.microsoft.com/office/powerpoint/2010/main" val="60539855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/3 Image on the right DARK"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C2245C-85B4-076E-253B-EF8189100F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6269" y="1328605"/>
            <a:ext cx="6177708" cy="1326092"/>
          </a:xfrm>
        </p:spPr>
        <p:txBody>
          <a:bodyPr>
            <a:normAutofit/>
          </a:bodyPr>
          <a:lstStyle>
            <a:lvl1pPr>
              <a:defRPr sz="4800" b="0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17" name="內容版面配置區 2">
            <a:extLst>
              <a:ext uri="{FF2B5EF4-FFF2-40B4-BE49-F238E27FC236}">
                <a16:creationId xmlns:a16="http://schemas.microsoft.com/office/drawing/2014/main" id="{7DB3F2DE-B5A5-EA34-853B-B9963585B6F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96269" y="2825176"/>
            <a:ext cx="6207553" cy="1524208"/>
          </a:xfrm>
        </p:spPr>
        <p:txBody>
          <a:bodyPr/>
          <a:lstStyle>
            <a:lvl1pPr>
              <a:lnSpc>
                <a:spcPct val="100000"/>
              </a:lnSpc>
              <a:defRPr b="0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  <a:lvl2pPr>
              <a:lnSpc>
                <a:spcPct val="100000"/>
              </a:lnSpc>
              <a:defRPr b="0" i="0">
                <a:solidFill>
                  <a:schemeClr val="bg1"/>
                </a:solidFill>
                <a:latin typeface="Century Gothic" panose="020B0502020202020204" pitchFamily="34" charset="0"/>
              </a:defRPr>
            </a:lvl2pPr>
            <a:lvl3pPr>
              <a:lnSpc>
                <a:spcPct val="100000"/>
              </a:lnSpc>
              <a:defRPr b="0" i="0">
                <a:solidFill>
                  <a:schemeClr val="bg1"/>
                </a:solidFill>
                <a:latin typeface="Century Gothic" panose="020B0502020202020204" pitchFamily="34" charset="0"/>
              </a:defRPr>
            </a:lvl3pPr>
            <a:lvl4pPr>
              <a:lnSpc>
                <a:spcPct val="100000"/>
              </a:lnSpc>
              <a:defRPr b="0" i="0">
                <a:solidFill>
                  <a:schemeClr val="bg1"/>
                </a:solidFill>
                <a:latin typeface="Century Gothic" panose="020B0502020202020204" pitchFamily="34" charset="0"/>
              </a:defRPr>
            </a:lvl4pPr>
            <a:lvl5pPr>
              <a:lnSpc>
                <a:spcPct val="100000"/>
              </a:lnSpc>
              <a:defRPr b="0" i="0">
                <a:solidFill>
                  <a:schemeClr val="bg1"/>
                </a:solidFill>
                <a:latin typeface="Century Gothic" panose="020B0502020202020204" pitchFamily="34" charset="0"/>
              </a:defRPr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21" name="圖片版面配置區 2">
            <a:extLst>
              <a:ext uri="{FF2B5EF4-FFF2-40B4-BE49-F238E27FC236}">
                <a16:creationId xmlns:a16="http://schemas.microsoft.com/office/drawing/2014/main" id="{678A1210-F9D5-FBC9-86F6-B4668B17D14C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7612572" y="1"/>
            <a:ext cx="4581960" cy="6872940"/>
          </a:xfrm>
        </p:spPr>
        <p:txBody>
          <a:bodyPr/>
          <a:lstStyle>
            <a:lvl1pPr marL="0" indent="0">
              <a:lnSpc>
                <a:spcPct val="100000"/>
              </a:lnSpc>
              <a:buNone/>
              <a:defRPr sz="2133" b="1" i="0">
                <a:latin typeface="Century Gothic" panose="020B0502020202020204" pitchFamily="34" charset="0"/>
              </a:defRPr>
            </a:lvl1pPr>
            <a:lvl2pPr marL="304784" indent="0">
              <a:buNone/>
              <a:defRPr sz="1867"/>
            </a:lvl2pPr>
            <a:lvl3pPr marL="609570" indent="0">
              <a:buNone/>
              <a:defRPr sz="1600"/>
            </a:lvl3pPr>
            <a:lvl4pPr marL="914354" indent="0">
              <a:buNone/>
              <a:defRPr sz="1333"/>
            </a:lvl4pPr>
            <a:lvl5pPr marL="1219139" indent="0">
              <a:buNone/>
              <a:defRPr sz="1333"/>
            </a:lvl5pPr>
            <a:lvl6pPr marL="1523923" indent="0">
              <a:buNone/>
              <a:defRPr sz="1333"/>
            </a:lvl6pPr>
            <a:lvl7pPr marL="1828709" indent="0">
              <a:buNone/>
              <a:defRPr sz="1333"/>
            </a:lvl7pPr>
            <a:lvl8pPr marL="2133493" indent="0">
              <a:buNone/>
              <a:defRPr sz="1333"/>
            </a:lvl8pPr>
            <a:lvl9pPr marL="2438278" indent="0">
              <a:buNone/>
              <a:defRPr sz="1333"/>
            </a:lvl9pPr>
          </a:lstStyle>
          <a:p>
            <a:r>
              <a:rPr lang="en-US" altLang="zh-TW"/>
              <a:t>Click icon to add picture</a:t>
            </a:r>
            <a:endParaRPr lang="zh-TW" altLang="en-US"/>
          </a:p>
        </p:txBody>
      </p:sp>
      <p:sp>
        <p:nvSpPr>
          <p:cNvPr id="7" name="文字方塊 7">
            <a:extLst>
              <a:ext uri="{FF2B5EF4-FFF2-40B4-BE49-F238E27FC236}">
                <a16:creationId xmlns:a16="http://schemas.microsoft.com/office/drawing/2014/main" id="{5A71C4DA-9D6B-8579-EAA7-E088C79998B2}"/>
              </a:ext>
            </a:extLst>
          </p:cNvPr>
          <p:cNvSpPr txBox="1"/>
          <p:nvPr userDrawn="1"/>
        </p:nvSpPr>
        <p:spPr>
          <a:xfrm>
            <a:off x="734354" y="6600029"/>
            <a:ext cx="3900714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zh-TW" altLang="en-US" sz="800">
                <a:solidFill>
                  <a:schemeClr val="bg1"/>
                </a:solidFill>
                <a:latin typeface="Century Gothic"/>
                <a:ea typeface="新細明體"/>
              </a:rPr>
              <a:t>Copyright</a:t>
            </a:r>
            <a:r>
              <a:rPr lang="zh-TW" altLang="en-US" sz="800">
                <a:solidFill>
                  <a:schemeClr val="bg1"/>
                </a:solidFill>
                <a:latin typeface="Century Gothic"/>
                <a:ea typeface="新細明體"/>
                <a:cs typeface="+mn-lt"/>
              </a:rPr>
              <a:t> </a:t>
            </a:r>
            <a:r>
              <a:rPr lang="zh-TW" sz="800">
                <a:solidFill>
                  <a:schemeClr val="bg1"/>
                </a:solidFill>
                <a:latin typeface="Century Gothic"/>
                <a:ea typeface="+mn-lt"/>
                <a:cs typeface="+mn-lt"/>
              </a:rPr>
              <a:t>©</a:t>
            </a:r>
            <a:r>
              <a:rPr lang="zh-TW" altLang="en-US" sz="800">
                <a:solidFill>
                  <a:schemeClr val="bg1"/>
                </a:solidFill>
                <a:latin typeface="Century Gothic"/>
                <a:ea typeface="+mn-lt"/>
                <a:cs typeface="+mn-lt"/>
              </a:rPr>
              <a:t> 202</a:t>
            </a:r>
            <a:r>
              <a:rPr lang="en-US" altLang="zh-TW" sz="800">
                <a:solidFill>
                  <a:schemeClr val="bg1"/>
                </a:solidFill>
                <a:latin typeface="Century Gothic"/>
                <a:ea typeface="+mn-lt"/>
                <a:cs typeface="+mn-lt"/>
              </a:rPr>
              <a:t>6</a:t>
            </a:r>
            <a:r>
              <a:rPr lang="zh-TW" altLang="en-US" sz="800">
                <a:solidFill>
                  <a:schemeClr val="bg1"/>
                </a:solidFill>
                <a:latin typeface="Century Gothic"/>
                <a:ea typeface="+mn-lt"/>
                <a:cs typeface="+mn-lt"/>
              </a:rPr>
              <a:t> Accton Technology Corporation. All rights reserved.</a:t>
            </a:r>
            <a:endParaRPr lang="zh-TW" altLang="en-US" sz="800">
              <a:solidFill>
                <a:schemeClr val="bg1"/>
              </a:solidFill>
              <a:latin typeface="Century Gothic"/>
              <a:ea typeface="新細明體"/>
            </a:endParaRPr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51EC7FD0-D1E2-43DC-9428-DE7C33A061D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1694" y="6597042"/>
            <a:ext cx="2550736" cy="173816"/>
          </a:xfrm>
          <a:prstGeom prst="rect">
            <a:avLst/>
          </a:prstGeom>
        </p:spPr>
      </p:pic>
      <p:sp>
        <p:nvSpPr>
          <p:cNvPr id="12" name="文字方塊 8">
            <a:extLst>
              <a:ext uri="{FF2B5EF4-FFF2-40B4-BE49-F238E27FC236}">
                <a16:creationId xmlns:a16="http://schemas.microsoft.com/office/drawing/2014/main" id="{6DE7DC41-EA78-E0E3-F08A-59BC78D61A0B}"/>
              </a:ext>
            </a:extLst>
          </p:cNvPr>
          <p:cNvSpPr txBox="1"/>
          <p:nvPr userDrawn="1"/>
        </p:nvSpPr>
        <p:spPr>
          <a:xfrm>
            <a:off x="9029312" y="6623050"/>
            <a:ext cx="3189059" cy="246221"/>
          </a:xfrm>
          <a:prstGeom prst="rect">
            <a:avLst/>
          </a:prstGeom>
          <a:gradFill>
            <a:gsLst>
              <a:gs pos="64000">
                <a:srgbClr val="2477E6"/>
              </a:gs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4440000" scaled="0"/>
          </a:gra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Making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Partnership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Work | </a:t>
            </a:r>
            <a:r>
              <a:rPr lang="zh-TW" sz="1000">
                <a:solidFill>
                  <a:schemeClr val="bg1"/>
                </a:solidFill>
                <a:latin typeface="Century Gothic"/>
                <a:ea typeface="新細明體"/>
              </a:rPr>
              <a:t>www.accton.com</a:t>
            </a:r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08A86EFA-1A2B-C47F-F110-A68AF75D341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5679440" y="6513895"/>
            <a:ext cx="833120" cy="365125"/>
          </a:xfrm>
        </p:spPr>
        <p:txBody>
          <a:bodyPr/>
          <a:lstStyle>
            <a:lvl1pPr algn="ctr">
              <a:defRPr sz="700" b="0" i="0">
                <a:solidFill>
                  <a:schemeClr val="bg1"/>
                </a:solidFill>
                <a:latin typeface="+mn-lt"/>
              </a:defRPr>
            </a:lvl1pPr>
          </a:lstStyle>
          <a:p>
            <a:fld id="{5B0A2E34-17E6-46B6-A0CD-23734D57E7FF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5229223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/3 Image on the left DARK"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C2245C-85B4-076E-253B-EF8189100F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05439" y="1328605"/>
            <a:ext cx="6177708" cy="1326092"/>
          </a:xfrm>
        </p:spPr>
        <p:txBody>
          <a:bodyPr>
            <a:normAutofit/>
          </a:bodyPr>
          <a:lstStyle>
            <a:lvl1pPr>
              <a:defRPr sz="4800" b="0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17" name="內容版面配置區 2">
            <a:extLst>
              <a:ext uri="{FF2B5EF4-FFF2-40B4-BE49-F238E27FC236}">
                <a16:creationId xmlns:a16="http://schemas.microsoft.com/office/drawing/2014/main" id="{7DB3F2DE-B5A5-EA34-853B-B9963585B6F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305440" y="2825176"/>
            <a:ext cx="6207553" cy="1524208"/>
          </a:xfrm>
        </p:spPr>
        <p:txBody>
          <a:bodyPr/>
          <a:lstStyle>
            <a:lvl1pPr>
              <a:lnSpc>
                <a:spcPct val="100000"/>
              </a:lnSpc>
              <a:defRPr b="0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  <a:lvl2pPr>
              <a:lnSpc>
                <a:spcPct val="100000"/>
              </a:lnSpc>
              <a:defRPr b="0" i="0">
                <a:solidFill>
                  <a:schemeClr val="bg1"/>
                </a:solidFill>
                <a:latin typeface="Century Gothic" panose="020B0502020202020204" pitchFamily="34" charset="0"/>
              </a:defRPr>
            </a:lvl2pPr>
            <a:lvl3pPr>
              <a:lnSpc>
                <a:spcPct val="100000"/>
              </a:lnSpc>
              <a:defRPr b="0" i="0">
                <a:solidFill>
                  <a:schemeClr val="bg1"/>
                </a:solidFill>
                <a:latin typeface="Century Gothic" panose="020B0502020202020204" pitchFamily="34" charset="0"/>
              </a:defRPr>
            </a:lvl3pPr>
            <a:lvl4pPr>
              <a:lnSpc>
                <a:spcPct val="100000"/>
              </a:lnSpc>
              <a:defRPr b="0" i="0">
                <a:solidFill>
                  <a:schemeClr val="bg1"/>
                </a:solidFill>
                <a:latin typeface="Century Gothic" panose="020B0502020202020204" pitchFamily="34" charset="0"/>
              </a:defRPr>
            </a:lvl4pPr>
            <a:lvl5pPr>
              <a:lnSpc>
                <a:spcPct val="100000"/>
              </a:lnSpc>
              <a:defRPr b="0" i="0">
                <a:solidFill>
                  <a:schemeClr val="bg1"/>
                </a:solidFill>
                <a:latin typeface="Century Gothic" panose="020B0502020202020204" pitchFamily="34" charset="0"/>
              </a:defRPr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21" name="圖片版面配置區 2">
            <a:extLst>
              <a:ext uri="{FF2B5EF4-FFF2-40B4-BE49-F238E27FC236}">
                <a16:creationId xmlns:a16="http://schemas.microsoft.com/office/drawing/2014/main" id="{678A1210-F9D5-FBC9-86F6-B4668B17D14C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0" y="1"/>
            <a:ext cx="4344563" cy="6857999"/>
          </a:xfrm>
        </p:spPr>
        <p:txBody>
          <a:bodyPr/>
          <a:lstStyle>
            <a:lvl1pPr marL="0" indent="0">
              <a:lnSpc>
                <a:spcPct val="100000"/>
              </a:lnSpc>
              <a:buNone/>
              <a:defRPr sz="2133" b="1" i="0">
                <a:latin typeface="Century Gothic" panose="020B0502020202020204" pitchFamily="34" charset="0"/>
              </a:defRPr>
            </a:lvl1pPr>
            <a:lvl2pPr marL="304784" indent="0">
              <a:buNone/>
              <a:defRPr sz="1867"/>
            </a:lvl2pPr>
            <a:lvl3pPr marL="609570" indent="0">
              <a:buNone/>
              <a:defRPr sz="1600"/>
            </a:lvl3pPr>
            <a:lvl4pPr marL="914354" indent="0">
              <a:buNone/>
              <a:defRPr sz="1333"/>
            </a:lvl4pPr>
            <a:lvl5pPr marL="1219139" indent="0">
              <a:buNone/>
              <a:defRPr sz="1333"/>
            </a:lvl5pPr>
            <a:lvl6pPr marL="1523923" indent="0">
              <a:buNone/>
              <a:defRPr sz="1333"/>
            </a:lvl6pPr>
            <a:lvl7pPr marL="1828709" indent="0">
              <a:buNone/>
              <a:defRPr sz="1333"/>
            </a:lvl7pPr>
            <a:lvl8pPr marL="2133493" indent="0">
              <a:buNone/>
              <a:defRPr sz="1333"/>
            </a:lvl8pPr>
            <a:lvl9pPr marL="2438278" indent="0">
              <a:buNone/>
              <a:defRPr sz="1333"/>
            </a:lvl9pPr>
          </a:lstStyle>
          <a:p>
            <a:r>
              <a:rPr lang="en-US" altLang="zh-TW"/>
              <a:t>Click icon to add picture</a:t>
            </a:r>
            <a:endParaRPr lang="zh-TW" altLang="en-US"/>
          </a:p>
        </p:txBody>
      </p:sp>
      <p:pic>
        <p:nvPicPr>
          <p:cNvPr id="9" name="圖片 10">
            <a:extLst>
              <a:ext uri="{FF2B5EF4-FFF2-40B4-BE49-F238E27FC236}">
                <a16:creationId xmlns:a16="http://schemas.microsoft.com/office/drawing/2014/main" id="{CF3A049C-7E9F-2F70-2977-EEA67C4D1C7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1694" y="6597042"/>
            <a:ext cx="2550736" cy="173816"/>
          </a:xfrm>
          <a:prstGeom prst="rect">
            <a:avLst/>
          </a:prstGeom>
        </p:spPr>
      </p:pic>
      <p:sp>
        <p:nvSpPr>
          <p:cNvPr id="12" name="文字方塊 8">
            <a:extLst>
              <a:ext uri="{FF2B5EF4-FFF2-40B4-BE49-F238E27FC236}">
                <a16:creationId xmlns:a16="http://schemas.microsoft.com/office/drawing/2014/main" id="{77611B41-B2A4-AE9C-66AA-33571388A434}"/>
              </a:ext>
            </a:extLst>
          </p:cNvPr>
          <p:cNvSpPr txBox="1"/>
          <p:nvPr userDrawn="1"/>
        </p:nvSpPr>
        <p:spPr>
          <a:xfrm>
            <a:off x="9029312" y="6623050"/>
            <a:ext cx="3189059" cy="246221"/>
          </a:xfrm>
          <a:prstGeom prst="rect">
            <a:avLst/>
          </a:prstGeom>
          <a:gradFill>
            <a:gsLst>
              <a:gs pos="64000">
                <a:srgbClr val="2477E6"/>
              </a:gs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4440000" scaled="0"/>
          </a:gra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Making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Partnership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Work | </a:t>
            </a:r>
            <a:r>
              <a:rPr lang="zh-TW" sz="1000">
                <a:solidFill>
                  <a:schemeClr val="bg1"/>
                </a:solidFill>
                <a:latin typeface="Century Gothic"/>
                <a:ea typeface="新細明體"/>
              </a:rPr>
              <a:t>www.accton.com</a:t>
            </a:r>
          </a:p>
        </p:txBody>
      </p:sp>
      <p:sp>
        <p:nvSpPr>
          <p:cNvPr id="6" name="文字方塊 7">
            <a:extLst>
              <a:ext uri="{FF2B5EF4-FFF2-40B4-BE49-F238E27FC236}">
                <a16:creationId xmlns:a16="http://schemas.microsoft.com/office/drawing/2014/main" id="{C8F08E34-C50D-E266-3B55-9D88CE39C206}"/>
              </a:ext>
            </a:extLst>
          </p:cNvPr>
          <p:cNvSpPr txBox="1"/>
          <p:nvPr userDrawn="1"/>
        </p:nvSpPr>
        <p:spPr>
          <a:xfrm>
            <a:off x="734354" y="6600029"/>
            <a:ext cx="3900714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zh-TW" altLang="en-US" sz="800">
                <a:solidFill>
                  <a:schemeClr val="bg1"/>
                </a:solidFill>
                <a:latin typeface="Century Gothic"/>
                <a:ea typeface="新細明體"/>
              </a:rPr>
              <a:t>Copyright</a:t>
            </a:r>
            <a:r>
              <a:rPr lang="zh-TW" altLang="en-US" sz="800">
                <a:solidFill>
                  <a:schemeClr val="bg1"/>
                </a:solidFill>
                <a:latin typeface="Century Gothic"/>
                <a:ea typeface="新細明體"/>
                <a:cs typeface="+mn-lt"/>
              </a:rPr>
              <a:t> </a:t>
            </a:r>
            <a:r>
              <a:rPr lang="zh-TW" sz="800">
                <a:solidFill>
                  <a:schemeClr val="bg1"/>
                </a:solidFill>
                <a:latin typeface="Century Gothic"/>
                <a:ea typeface="+mn-lt"/>
                <a:cs typeface="+mn-lt"/>
              </a:rPr>
              <a:t>©</a:t>
            </a:r>
            <a:r>
              <a:rPr lang="zh-TW" altLang="en-US" sz="800">
                <a:solidFill>
                  <a:schemeClr val="bg1"/>
                </a:solidFill>
                <a:latin typeface="Century Gothic"/>
                <a:ea typeface="+mn-lt"/>
                <a:cs typeface="+mn-lt"/>
              </a:rPr>
              <a:t> 202</a:t>
            </a:r>
            <a:r>
              <a:rPr lang="en-US" altLang="zh-TW" sz="800">
                <a:solidFill>
                  <a:schemeClr val="bg1"/>
                </a:solidFill>
                <a:latin typeface="Century Gothic"/>
                <a:ea typeface="+mn-lt"/>
                <a:cs typeface="+mn-lt"/>
              </a:rPr>
              <a:t>6</a:t>
            </a:r>
            <a:r>
              <a:rPr lang="zh-TW" altLang="en-US" sz="800">
                <a:solidFill>
                  <a:schemeClr val="bg1"/>
                </a:solidFill>
                <a:latin typeface="Century Gothic"/>
                <a:ea typeface="+mn-lt"/>
                <a:cs typeface="+mn-lt"/>
              </a:rPr>
              <a:t> Accton Technology Corporation. All rights reserved.</a:t>
            </a:r>
            <a:endParaRPr lang="zh-TW" altLang="en-US" sz="800">
              <a:solidFill>
                <a:schemeClr val="bg1"/>
              </a:solidFill>
              <a:latin typeface="Century Gothic"/>
              <a:ea typeface="新細明體"/>
            </a:endParaRPr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680F2553-509A-9E47-AC84-3EFD55A543B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5679440" y="6513895"/>
            <a:ext cx="833120" cy="365125"/>
          </a:xfrm>
        </p:spPr>
        <p:txBody>
          <a:bodyPr/>
          <a:lstStyle>
            <a:lvl1pPr algn="ctr">
              <a:defRPr sz="700" b="0" i="0">
                <a:solidFill>
                  <a:schemeClr val="bg1"/>
                </a:solidFill>
                <a:latin typeface="+mn-lt"/>
              </a:defRPr>
            </a:lvl1pPr>
          </a:lstStyle>
          <a:p>
            <a:fld id="{5B0A2E34-17E6-46B6-A0CD-23734D57E7FF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15401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ALTERNATE DARK BG">
    <p:bg>
      <p:bgPr>
        <a:gradFill flip="none" rotWithShape="1">
          <a:gsLst>
            <a:gs pos="86000">
              <a:srgbClr val="052249"/>
            </a:gs>
            <a:gs pos="50000">
              <a:schemeClr val="tx1">
                <a:lumMod val="95000"/>
                <a:lumOff val="5000"/>
              </a:schemeClr>
            </a:gs>
            <a:gs pos="100000">
              <a:schemeClr val="accent1">
                <a:lumMod val="55000"/>
              </a:schemeClr>
            </a:gs>
            <a:gs pos="0">
              <a:schemeClr val="accent4">
                <a:lumMod val="20000"/>
              </a:schemeClr>
            </a:gs>
          </a:gsLst>
          <a:path path="circle">
            <a:fillToRect l="100000" b="100000"/>
          </a:path>
          <a:tileRect t="-100000" r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1">
            <a:extLst>
              <a:ext uri="{FF2B5EF4-FFF2-40B4-BE49-F238E27FC236}">
                <a16:creationId xmlns:a16="http://schemas.microsoft.com/office/drawing/2014/main" id="{2C56744E-0341-4090-AA01-5A6276E291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1326092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defRPr sz="4000" b="0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8" name="內容版面配置區 2">
            <a:extLst>
              <a:ext uri="{FF2B5EF4-FFF2-40B4-BE49-F238E27FC236}">
                <a16:creationId xmlns:a16="http://schemas.microsoft.com/office/drawing/2014/main" id="{DDD75F45-BC2D-4EE6-894B-EC187223F1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867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defRPr b="0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  <a:lvl2pPr>
              <a:lnSpc>
                <a:spcPct val="100000"/>
              </a:lnSpc>
              <a:defRPr b="0" i="0">
                <a:solidFill>
                  <a:schemeClr val="bg1"/>
                </a:solidFill>
                <a:latin typeface="Century Gothic" panose="020B0502020202020204" pitchFamily="34" charset="0"/>
              </a:defRPr>
            </a:lvl2pPr>
            <a:lvl3pPr>
              <a:lnSpc>
                <a:spcPct val="100000"/>
              </a:lnSpc>
              <a:defRPr b="0" i="0">
                <a:solidFill>
                  <a:schemeClr val="bg1"/>
                </a:solidFill>
                <a:latin typeface="Century Gothic" panose="020B0502020202020204" pitchFamily="34" charset="0"/>
              </a:defRPr>
            </a:lvl3pPr>
            <a:lvl4pPr>
              <a:lnSpc>
                <a:spcPct val="100000"/>
              </a:lnSpc>
              <a:defRPr b="0" i="0">
                <a:solidFill>
                  <a:schemeClr val="bg1"/>
                </a:solidFill>
                <a:latin typeface="Century Gothic" panose="020B0502020202020204" pitchFamily="34" charset="0"/>
              </a:defRPr>
            </a:lvl4pPr>
            <a:lvl5pPr>
              <a:lnSpc>
                <a:spcPct val="100000"/>
              </a:lnSpc>
              <a:defRPr b="0" i="0">
                <a:solidFill>
                  <a:schemeClr val="bg1"/>
                </a:solidFill>
                <a:latin typeface="Century Gothic" panose="020B0502020202020204" pitchFamily="34" charset="0"/>
              </a:defRPr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pic>
        <p:nvPicPr>
          <p:cNvPr id="17" name="圖片 10">
            <a:extLst>
              <a:ext uri="{FF2B5EF4-FFF2-40B4-BE49-F238E27FC236}">
                <a16:creationId xmlns:a16="http://schemas.microsoft.com/office/drawing/2014/main" id="{5B586E62-6D85-331A-7676-F353CE03459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1694" y="6597042"/>
            <a:ext cx="2550736" cy="173816"/>
          </a:xfrm>
          <a:prstGeom prst="rect">
            <a:avLst/>
          </a:prstGeom>
        </p:spPr>
      </p:pic>
      <p:sp>
        <p:nvSpPr>
          <p:cNvPr id="19" name="文字方塊 8">
            <a:extLst>
              <a:ext uri="{FF2B5EF4-FFF2-40B4-BE49-F238E27FC236}">
                <a16:creationId xmlns:a16="http://schemas.microsoft.com/office/drawing/2014/main" id="{9F526745-7E6D-7FF2-5005-FF50621CE373}"/>
              </a:ext>
            </a:extLst>
          </p:cNvPr>
          <p:cNvSpPr txBox="1"/>
          <p:nvPr userDrawn="1"/>
        </p:nvSpPr>
        <p:spPr>
          <a:xfrm>
            <a:off x="9029312" y="6623050"/>
            <a:ext cx="3189059" cy="246221"/>
          </a:xfrm>
          <a:prstGeom prst="rect">
            <a:avLst/>
          </a:prstGeom>
          <a:gradFill>
            <a:gsLst>
              <a:gs pos="64000">
                <a:srgbClr val="2477E6"/>
              </a:gs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4440000" scaled="0"/>
          </a:gra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Making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Partnership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Work | </a:t>
            </a:r>
            <a:r>
              <a:rPr lang="zh-TW" sz="1000">
                <a:solidFill>
                  <a:schemeClr val="bg1"/>
                </a:solidFill>
                <a:latin typeface="Century Gothic"/>
                <a:ea typeface="新細明體"/>
              </a:rPr>
              <a:t>www.accton.com</a:t>
            </a:r>
          </a:p>
        </p:txBody>
      </p:sp>
      <p:sp>
        <p:nvSpPr>
          <p:cNvPr id="2" name="文字方塊 7">
            <a:extLst>
              <a:ext uri="{FF2B5EF4-FFF2-40B4-BE49-F238E27FC236}">
                <a16:creationId xmlns:a16="http://schemas.microsoft.com/office/drawing/2014/main" id="{8D0DDC60-CF11-DDF8-730C-0A12099F6479}"/>
              </a:ext>
            </a:extLst>
          </p:cNvPr>
          <p:cNvSpPr txBox="1"/>
          <p:nvPr userDrawn="1"/>
        </p:nvSpPr>
        <p:spPr>
          <a:xfrm>
            <a:off x="734354" y="6600029"/>
            <a:ext cx="3900714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zh-TW" altLang="en-US" sz="800" dirty="0">
                <a:solidFill>
                  <a:schemeClr val="bg1"/>
                </a:solidFill>
                <a:latin typeface="Century Gothic"/>
                <a:ea typeface="新細明體"/>
              </a:rPr>
              <a:t>Copyright</a:t>
            </a:r>
            <a:r>
              <a:rPr lang="zh-TW" altLang="en-US" sz="800" dirty="0">
                <a:solidFill>
                  <a:schemeClr val="bg1"/>
                </a:solidFill>
                <a:latin typeface="Century Gothic"/>
                <a:ea typeface="新細明體"/>
                <a:cs typeface="+mn-lt"/>
              </a:rPr>
              <a:t> </a:t>
            </a:r>
            <a:r>
              <a:rPr lang="zh-TW" sz="800" dirty="0">
                <a:solidFill>
                  <a:schemeClr val="bg1"/>
                </a:solidFill>
                <a:latin typeface="Century Gothic"/>
                <a:ea typeface="+mn-lt"/>
                <a:cs typeface="+mn-lt"/>
              </a:rPr>
              <a:t>©</a:t>
            </a:r>
            <a:r>
              <a:rPr lang="zh-TW" altLang="en-US" sz="800" dirty="0">
                <a:solidFill>
                  <a:schemeClr val="bg1"/>
                </a:solidFill>
                <a:latin typeface="Century Gothic"/>
                <a:ea typeface="+mn-lt"/>
                <a:cs typeface="+mn-lt"/>
              </a:rPr>
              <a:t> 202</a:t>
            </a:r>
            <a:r>
              <a:rPr lang="en-US" altLang="zh-TW" sz="800" dirty="0">
                <a:solidFill>
                  <a:schemeClr val="bg1"/>
                </a:solidFill>
                <a:latin typeface="Century Gothic"/>
                <a:ea typeface="+mn-lt"/>
                <a:cs typeface="+mn-lt"/>
              </a:rPr>
              <a:t>6</a:t>
            </a:r>
            <a:r>
              <a:rPr lang="zh-TW" altLang="en-US" sz="800" dirty="0">
                <a:solidFill>
                  <a:schemeClr val="bg1"/>
                </a:solidFill>
                <a:latin typeface="Century Gothic"/>
                <a:ea typeface="+mn-lt"/>
                <a:cs typeface="+mn-lt"/>
              </a:rPr>
              <a:t> Accton Technology Corporation. All rights reserved.</a:t>
            </a:r>
            <a:endParaRPr lang="zh-TW" altLang="en-US" sz="800" dirty="0">
              <a:solidFill>
                <a:schemeClr val="bg1"/>
              </a:solidFill>
              <a:latin typeface="Century Gothic"/>
              <a:ea typeface="新細明體"/>
            </a:endParaRPr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CB420525-2AA5-B045-B453-8DD505DE38F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5679440" y="6513895"/>
            <a:ext cx="833120" cy="365125"/>
          </a:xfrm>
        </p:spPr>
        <p:txBody>
          <a:bodyPr/>
          <a:lstStyle>
            <a:lvl1pPr algn="ctr">
              <a:defRPr sz="700" b="0" i="0">
                <a:solidFill>
                  <a:schemeClr val="bg1"/>
                </a:solidFill>
                <a:latin typeface="+mn-lt"/>
              </a:defRPr>
            </a:lvl1pPr>
          </a:lstStyle>
          <a:p>
            <a:fld id="{5B0A2E34-17E6-46B6-A0CD-23734D57E7FF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238592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按一下以編輯母片副標題樣式</a:t>
            </a:r>
          </a:p>
        </p:txBody>
      </p:sp>
      <p:pic>
        <p:nvPicPr>
          <p:cNvPr id="8" name="圖片 9" descr="一張含有 字型, 圖形, 標誌, 平面設計 的圖片&#10;&#10;AI 產生的內容可能不正確。">
            <a:extLst>
              <a:ext uri="{FF2B5EF4-FFF2-40B4-BE49-F238E27FC236}">
                <a16:creationId xmlns:a16="http://schemas.microsoft.com/office/drawing/2014/main" id="{7A64DD36-A15A-39C3-C097-EBCA38CD3B7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7423" y="6598026"/>
            <a:ext cx="605115" cy="177129"/>
          </a:xfrm>
          <a:prstGeom prst="rect">
            <a:avLst/>
          </a:prstGeom>
        </p:spPr>
      </p:pic>
      <p:sp>
        <p:nvSpPr>
          <p:cNvPr id="9" name="文字方塊 8">
            <a:extLst>
              <a:ext uri="{FF2B5EF4-FFF2-40B4-BE49-F238E27FC236}">
                <a16:creationId xmlns:a16="http://schemas.microsoft.com/office/drawing/2014/main" id="{302A2828-B53F-86BB-31EA-F9A2797361A8}"/>
              </a:ext>
            </a:extLst>
          </p:cNvPr>
          <p:cNvSpPr txBox="1"/>
          <p:nvPr userDrawn="1"/>
        </p:nvSpPr>
        <p:spPr>
          <a:xfrm>
            <a:off x="9029312" y="6623050"/>
            <a:ext cx="3189059" cy="246221"/>
          </a:xfrm>
          <a:prstGeom prst="rect">
            <a:avLst/>
          </a:prstGeom>
          <a:gradFill>
            <a:gsLst>
              <a:gs pos="64000">
                <a:srgbClr val="2477E6"/>
              </a:gs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4440000" scaled="0"/>
          </a:gra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Making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Partnership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Work | </a:t>
            </a:r>
            <a:r>
              <a:rPr lang="zh-TW" sz="1000">
                <a:solidFill>
                  <a:schemeClr val="bg1"/>
                </a:solidFill>
                <a:latin typeface="Century Gothic"/>
                <a:ea typeface="新細明體"/>
              </a:rPr>
              <a:t>www.accton.com</a:t>
            </a:r>
          </a:p>
        </p:txBody>
      </p:sp>
      <p:sp>
        <p:nvSpPr>
          <p:cNvPr id="10" name="文字方塊 7">
            <a:extLst>
              <a:ext uri="{FF2B5EF4-FFF2-40B4-BE49-F238E27FC236}">
                <a16:creationId xmlns:a16="http://schemas.microsoft.com/office/drawing/2014/main" id="{EE7630C1-E70E-7F33-1DC9-C2ED6B7F303E}"/>
              </a:ext>
            </a:extLst>
          </p:cNvPr>
          <p:cNvSpPr txBox="1"/>
          <p:nvPr userDrawn="1"/>
        </p:nvSpPr>
        <p:spPr>
          <a:xfrm>
            <a:off x="734354" y="6600029"/>
            <a:ext cx="3900714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</a:rPr>
              <a:t>Copyright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  <a:cs typeface="+mn-lt"/>
              </a:rPr>
              <a:t> </a:t>
            </a:r>
            <a:r>
              <a:rPr 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©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202</a:t>
            </a:r>
            <a:r>
              <a:rPr lang="en-US" alt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6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Accton Technology Corporation. All rights reserved.</a:t>
            </a:r>
            <a:endParaRPr lang="zh-TW" altLang="en-US" sz="800">
              <a:solidFill>
                <a:schemeClr val="tx1"/>
              </a:solidFill>
              <a:latin typeface="Century Gothic"/>
              <a:ea typeface="新細明體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A2BA99-4BC4-9D1F-25AE-CB654563CF5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5679440" y="6513895"/>
            <a:ext cx="833120" cy="365125"/>
          </a:xfrm>
        </p:spPr>
        <p:txBody>
          <a:bodyPr/>
          <a:lstStyle>
            <a:lvl1pPr algn="ctr">
              <a:defRPr sz="700" b="0" i="0">
                <a:latin typeface="+mn-lt"/>
              </a:defRPr>
            </a:lvl1pPr>
          </a:lstStyle>
          <a:p>
            <a:fld id="{5B0A2E34-17E6-46B6-A0CD-23734D57E7FF}" type="slidenum">
              <a:rPr lang="zh-TW" altLang="en-US" smtClean="0"/>
              <a:pPr/>
              <a:t>‹#›</a:t>
            </a:fld>
            <a:endParaRPr lang="zh-TW" altLang="en-US" sz="700"/>
          </a:p>
        </p:txBody>
      </p:sp>
    </p:spTree>
    <p:extLst>
      <p:ext uri="{BB962C8B-B14F-4D97-AF65-F5344CB8AC3E}">
        <p14:creationId xmlns:p14="http://schemas.microsoft.com/office/powerpoint/2010/main" val="198843264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圖片 9" descr="一張含有 字型, 圖形, 標誌, 平面設計 的圖片&#10;&#10;AI 產生的內容可能不正確。">
            <a:extLst>
              <a:ext uri="{FF2B5EF4-FFF2-40B4-BE49-F238E27FC236}">
                <a16:creationId xmlns:a16="http://schemas.microsoft.com/office/drawing/2014/main" id="{D88DE732-82F9-8B75-6641-38E8660036F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7423" y="6598026"/>
            <a:ext cx="605115" cy="177129"/>
          </a:xfrm>
          <a:prstGeom prst="rect">
            <a:avLst/>
          </a:prstGeom>
        </p:spPr>
      </p:pic>
      <p:sp>
        <p:nvSpPr>
          <p:cNvPr id="3" name="文字方塊 2">
            <a:extLst>
              <a:ext uri="{FF2B5EF4-FFF2-40B4-BE49-F238E27FC236}">
                <a16:creationId xmlns:a16="http://schemas.microsoft.com/office/drawing/2014/main" id="{7B8ECB94-1BEE-4E67-AFB4-BF4DCB108A20}"/>
              </a:ext>
            </a:extLst>
          </p:cNvPr>
          <p:cNvSpPr txBox="1"/>
          <p:nvPr userDrawn="1"/>
        </p:nvSpPr>
        <p:spPr>
          <a:xfrm>
            <a:off x="734354" y="6600029"/>
            <a:ext cx="3900714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</a:rPr>
              <a:t>Copyright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  <a:cs typeface="+mn-lt"/>
              </a:rPr>
              <a:t> </a:t>
            </a:r>
            <a:r>
              <a:rPr 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©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202</a:t>
            </a:r>
            <a:r>
              <a:rPr lang="en-US" alt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6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Accton Technology Corporation. All rights reserved.</a:t>
            </a:r>
            <a:endParaRPr lang="zh-TW" altLang="en-US" sz="800">
              <a:solidFill>
                <a:schemeClr val="tx1"/>
              </a:solidFill>
              <a:latin typeface="Century Gothic"/>
              <a:ea typeface="新細明體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00B8CB-9802-8DAC-8409-FA8759686C0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5679440" y="6513895"/>
            <a:ext cx="833120" cy="365125"/>
          </a:xfrm>
        </p:spPr>
        <p:txBody>
          <a:bodyPr/>
          <a:lstStyle>
            <a:lvl1pPr algn="ctr">
              <a:defRPr sz="700" b="0" i="0">
                <a:latin typeface="+mn-lt"/>
              </a:defRPr>
            </a:lvl1pPr>
          </a:lstStyle>
          <a:p>
            <a:fld id="{5B0A2E34-17E6-46B6-A0CD-23734D57E7FF}" type="slidenum">
              <a:rPr lang="zh-TW" altLang="en-US" smtClean="0"/>
              <a:pPr/>
              <a:t>‹#›</a:t>
            </a:fld>
            <a:endParaRPr lang="zh-TW" altLang="en-US" sz="700"/>
          </a:p>
        </p:txBody>
      </p:sp>
    </p:spTree>
    <p:extLst>
      <p:ext uri="{BB962C8B-B14F-4D97-AF65-F5344CB8AC3E}">
        <p14:creationId xmlns:p14="http://schemas.microsoft.com/office/powerpoint/2010/main" val="233731645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3">
            <a:extLst>
              <a:ext uri="{FF2B5EF4-FFF2-40B4-BE49-F238E27FC236}">
                <a16:creationId xmlns:a16="http://schemas.microsoft.com/office/drawing/2014/main" id="{D3E002BF-C106-6412-EB3E-3D80CA61422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5679440" y="6513895"/>
            <a:ext cx="833120" cy="365125"/>
          </a:xfrm>
        </p:spPr>
        <p:txBody>
          <a:bodyPr/>
          <a:lstStyle>
            <a:lvl1pPr algn="ctr">
              <a:defRPr sz="700" b="0" i="0">
                <a:latin typeface="+mn-lt"/>
              </a:defRPr>
            </a:lvl1pPr>
          </a:lstStyle>
          <a:p>
            <a:fld id="{5B0A2E34-17E6-46B6-A0CD-23734D57E7FF}" type="slidenum">
              <a:rPr lang="zh-TW" altLang="en-US" smtClean="0"/>
              <a:pPr/>
              <a:t>‹#›</a:t>
            </a:fld>
            <a:endParaRPr lang="zh-TW" altLang="en-US" sz="700"/>
          </a:p>
        </p:txBody>
      </p:sp>
    </p:spTree>
    <p:extLst>
      <p:ext uri="{BB962C8B-B14F-4D97-AF65-F5344CB8AC3E}">
        <p14:creationId xmlns:p14="http://schemas.microsoft.com/office/powerpoint/2010/main" val="13815985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jp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19">
            <a:alphaModFix amt="75000"/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8A2EB53A-84D4-499A-8A08-3C12984FAE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65127"/>
            <a:ext cx="10515600" cy="13260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E1D7DFDD-E5A1-478B-9C1A-2612F48238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86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831A8C0E-E6F3-41CB-80AF-533E74F386E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199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1" i="0">
                <a:solidFill>
                  <a:schemeClr val="tx1">
                    <a:tint val="75000"/>
                  </a:schemeClr>
                </a:solidFill>
                <a:latin typeface="Century Gothic" panose="020B0502020202020204" pitchFamily="34" charset="0"/>
              </a:defRPr>
            </a:lvl1pPr>
          </a:lstStyle>
          <a:p>
            <a:fld id="{9275EF9D-446A-4BA9-9A8F-8795C824CFA3}" type="datetimeFigureOut">
              <a:rPr lang="zh-TW" altLang="en-US" smtClean="0"/>
              <a:t>2026/3/31</a:t>
            </a:fld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2F88FA5-B9C0-44BE-AB9B-2B89CC464C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1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 b="1" i="0">
                <a:solidFill>
                  <a:schemeClr val="tx1">
                    <a:tint val="75000"/>
                  </a:schemeClr>
                </a:solidFill>
                <a:latin typeface="Century Gothic" panose="020B0502020202020204" pitchFamily="34" charset="0"/>
              </a:defRPr>
            </a:lvl1pPr>
          </a:lstStyle>
          <a:p>
            <a:fld id="{5B0A2E34-17E6-46B6-A0CD-23734D57E7FF}" type="slidenum">
              <a:rPr lang="zh-TW" altLang="en-US" smtClean="0"/>
              <a:t>‹#›</a:t>
            </a:fld>
            <a:endParaRPr lang="zh-TW" alt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5105A16C-E1DF-6D1D-1006-ADA3021992B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1" y="6356354"/>
            <a:ext cx="411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 b="1" i="0">
                <a:solidFill>
                  <a:schemeClr val="tx1">
                    <a:tint val="75000"/>
                  </a:schemeClr>
                </a:solidFill>
                <a:latin typeface="Century Gothic" panose="020B0502020202020204" pitchFamily="34" charset="0"/>
              </a:defRPr>
            </a:lvl1pPr>
          </a:lstStyle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930639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3" r:id="rId1"/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  <p:sldLayoutId id="2147483674" r:id="rId11"/>
    <p:sldLayoutId id="2147483675" r:id="rId12"/>
    <p:sldLayoutId id="2147483676" r:id="rId13"/>
    <p:sldLayoutId id="2147483677" r:id="rId14"/>
    <p:sldLayoutId id="2147483680" r:id="rId15"/>
    <p:sldLayoutId id="2147483682" r:id="rId16"/>
    <p:sldLayoutId id="2147483681" r:id="rId17"/>
  </p:sldLayoutIdLst>
  <p:txStyles>
    <p:titleStyle>
      <a:lvl1pPr algn="l" defTabSz="609570" rtl="0" eaLnBrk="1" latinLnBrk="0" hangingPunct="1">
        <a:lnSpc>
          <a:spcPct val="90000"/>
        </a:lnSpc>
        <a:spcBef>
          <a:spcPct val="0"/>
        </a:spcBef>
        <a:buNone/>
        <a:defRPr sz="2933" b="0" i="0" kern="1200">
          <a:solidFill>
            <a:schemeClr val="tx1"/>
          </a:solidFill>
          <a:latin typeface="+mj-ea"/>
          <a:ea typeface="+mj-ea"/>
          <a:cs typeface="+mj-cs"/>
        </a:defRPr>
      </a:lvl1pPr>
    </p:titleStyle>
    <p:bodyStyle>
      <a:lvl1pPr marL="152392" indent="-152392" algn="l" defTabSz="6095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1867" b="0" i="0" kern="1200">
          <a:solidFill>
            <a:schemeClr val="tx1"/>
          </a:solidFill>
          <a:latin typeface="Century Gothic" panose="020B0502020202020204" pitchFamily="34" charset="0"/>
          <a:ea typeface="+mn-ea"/>
          <a:cs typeface="+mn-cs"/>
        </a:defRPr>
      </a:lvl1pPr>
      <a:lvl2pPr marL="457177" indent="-152392" algn="l" defTabSz="609570" rtl="0" eaLnBrk="1" latinLnBrk="0" hangingPunct="1">
        <a:lnSpc>
          <a:spcPct val="90000"/>
        </a:lnSpc>
        <a:spcBef>
          <a:spcPts val="335"/>
        </a:spcBef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Century Gothic" panose="020B0502020202020204" pitchFamily="34" charset="0"/>
          <a:ea typeface="+mn-ea"/>
          <a:cs typeface="+mn-cs"/>
        </a:defRPr>
      </a:lvl2pPr>
      <a:lvl3pPr marL="761962" indent="-152392" algn="l" defTabSz="609570" rtl="0" eaLnBrk="1" latinLnBrk="0" hangingPunct="1">
        <a:lnSpc>
          <a:spcPct val="90000"/>
        </a:lnSpc>
        <a:spcBef>
          <a:spcPts val="335"/>
        </a:spcBef>
        <a:buFont typeface="Arial" panose="020B0604020202020204" pitchFamily="34" charset="0"/>
        <a:buChar char="•"/>
        <a:defRPr sz="1333" b="0" i="0" kern="1200">
          <a:solidFill>
            <a:schemeClr val="tx1"/>
          </a:solidFill>
          <a:latin typeface="Century Gothic" panose="020B0502020202020204" pitchFamily="34" charset="0"/>
          <a:ea typeface="+mn-ea"/>
          <a:cs typeface="+mn-cs"/>
        </a:defRPr>
      </a:lvl3pPr>
      <a:lvl4pPr marL="1066747" indent="-152392" algn="l" defTabSz="609570" rtl="0" eaLnBrk="1" latinLnBrk="0" hangingPunct="1">
        <a:lnSpc>
          <a:spcPct val="90000"/>
        </a:lnSpc>
        <a:spcBef>
          <a:spcPts val="335"/>
        </a:spcBef>
        <a:buFont typeface="Arial" panose="020B0604020202020204" pitchFamily="34" charset="0"/>
        <a:buChar char="•"/>
        <a:defRPr sz="1200" b="0" i="0" kern="1200">
          <a:solidFill>
            <a:schemeClr val="tx1"/>
          </a:solidFill>
          <a:latin typeface="Century Gothic" panose="020B0502020202020204" pitchFamily="34" charset="0"/>
          <a:ea typeface="+mn-ea"/>
          <a:cs typeface="+mn-cs"/>
        </a:defRPr>
      </a:lvl4pPr>
      <a:lvl5pPr marL="1371531" indent="-152392" algn="l" defTabSz="609570" rtl="0" eaLnBrk="1" latinLnBrk="0" hangingPunct="1">
        <a:lnSpc>
          <a:spcPct val="90000"/>
        </a:lnSpc>
        <a:spcBef>
          <a:spcPts val="335"/>
        </a:spcBef>
        <a:buFont typeface="Arial" panose="020B0604020202020204" pitchFamily="34" charset="0"/>
        <a:buChar char="•"/>
        <a:defRPr sz="1200" b="0" i="0" kern="1200">
          <a:solidFill>
            <a:schemeClr val="tx1"/>
          </a:solidFill>
          <a:latin typeface="Century Gothic" panose="020B0502020202020204" pitchFamily="34" charset="0"/>
          <a:ea typeface="+mn-ea"/>
          <a:cs typeface="+mn-cs"/>
        </a:defRPr>
      </a:lvl5pPr>
      <a:lvl6pPr marL="1676317" indent="-152392" algn="l" defTabSz="609570" rtl="0" eaLnBrk="1" latinLnBrk="0" hangingPunct="1">
        <a:lnSpc>
          <a:spcPct val="90000"/>
        </a:lnSpc>
        <a:spcBef>
          <a:spcPts val="33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981101" indent="-152392" algn="l" defTabSz="609570" rtl="0" eaLnBrk="1" latinLnBrk="0" hangingPunct="1">
        <a:lnSpc>
          <a:spcPct val="90000"/>
        </a:lnSpc>
        <a:spcBef>
          <a:spcPts val="33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285886" indent="-152392" algn="l" defTabSz="609570" rtl="0" eaLnBrk="1" latinLnBrk="0" hangingPunct="1">
        <a:lnSpc>
          <a:spcPct val="90000"/>
        </a:lnSpc>
        <a:spcBef>
          <a:spcPts val="33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590670" indent="-152392" algn="l" defTabSz="609570" rtl="0" eaLnBrk="1" latinLnBrk="0" hangingPunct="1">
        <a:lnSpc>
          <a:spcPct val="90000"/>
        </a:lnSpc>
        <a:spcBef>
          <a:spcPts val="33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60957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784" algn="l" defTabSz="60957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570" algn="l" defTabSz="60957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354" algn="l" defTabSz="60957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139" algn="l" defTabSz="60957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3923" algn="l" defTabSz="60957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709" algn="l" defTabSz="60957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493" algn="l" defTabSz="60957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278" algn="l" defTabSz="60957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1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opic"/>
          <p:cNvSpPr txBox="1"/>
          <p:nvPr/>
        </p:nvSpPr>
        <p:spPr>
          <a:xfrm>
            <a:off x="6096000" y="3438026"/>
            <a:ext cx="4505608" cy="4308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sz="2800" dirty="0">
                <a:solidFill>
                  <a:srgbClr val="333333"/>
                </a:solidFill>
                <a:latin typeface="+mj-lt"/>
                <a:ea typeface="Raleway"/>
                <a:cs typeface="Raleway"/>
              </a:rPr>
              <a:t>Weekly report 1/26-1/30</a:t>
            </a:r>
          </a:p>
        </p:txBody>
      </p:sp>
      <p:sp>
        <p:nvSpPr>
          <p:cNvPr id="5" name="speaker_name"/>
          <p:cNvSpPr txBox="1"/>
          <p:nvPr/>
        </p:nvSpPr>
        <p:spPr>
          <a:xfrm>
            <a:off x="6107575" y="4189839"/>
            <a:ext cx="4955538" cy="31053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800"/>
              </a:lnSpc>
            </a:pPr>
            <a:r>
              <a:rPr lang="en-US" sz="1200" dirty="0">
                <a:solidFill>
                  <a:srgbClr val="333333"/>
                </a:solidFill>
                <a:cs typeface="Raleway"/>
                <a:sym typeface="Raleway"/>
              </a:rPr>
              <a:t>Angel10_tseng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7679527B-BD77-5491-1EE4-572C6492C660}"/>
              </a:ext>
            </a:extLst>
          </p:cNvPr>
          <p:cNvCxnSpPr/>
          <p:nvPr/>
        </p:nvCxnSpPr>
        <p:spPr>
          <a:xfrm>
            <a:off x="6107906" y="4120391"/>
            <a:ext cx="6089460" cy="119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圖片 1" descr="一張含有 字型, 圖形, 標誌, 平面設計 的圖片&#10;&#10;AI 產生的內容可能不正確。">
            <a:extLst>
              <a:ext uri="{FF2B5EF4-FFF2-40B4-BE49-F238E27FC236}">
                <a16:creationId xmlns:a16="http://schemas.microsoft.com/office/drawing/2014/main" id="{D476956D-3956-4FDC-EEBA-05564D103194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04706" y="2321659"/>
            <a:ext cx="3695700" cy="1238369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69786091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27A2A8-77D3-A147-C955-456DBE8B81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utline">
            <a:extLst>
              <a:ext uri="{FF2B5EF4-FFF2-40B4-BE49-F238E27FC236}">
                <a16:creationId xmlns:a16="http://schemas.microsoft.com/office/drawing/2014/main" id="{85992AB4-8401-8D88-2965-8F05DE8EEF17}"/>
              </a:ext>
            </a:extLst>
          </p:cNvPr>
          <p:cNvSpPr txBox="1"/>
          <p:nvPr/>
        </p:nvSpPr>
        <p:spPr>
          <a:xfrm>
            <a:off x="827661" y="508848"/>
            <a:ext cx="5549900" cy="6235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5334"/>
              </a:lnSpc>
              <a:spcBef>
                <a:spcPct val="0"/>
              </a:spcBef>
            </a:pPr>
            <a:r>
              <a:rPr lang="en-US" altLang="zh-TW" sz="4000" b="1" dirty="0">
                <a:solidFill>
                  <a:srgbClr val="0057CC"/>
                </a:solidFill>
                <a:ea typeface="新細明體"/>
              </a:rPr>
              <a:t>Agenda</a:t>
            </a:r>
            <a:endParaRPr lang="zh-TW" altLang="zh-TW" sz="4000" b="1" dirty="0">
              <a:solidFill>
                <a:srgbClr val="0057CC"/>
              </a:solidFill>
              <a:ea typeface="新細明體"/>
            </a:endParaRPr>
          </a:p>
        </p:txBody>
      </p:sp>
      <p:sp>
        <p:nvSpPr>
          <p:cNvPr id="5" name="agenda_2">
            <a:extLst>
              <a:ext uri="{FF2B5EF4-FFF2-40B4-BE49-F238E27FC236}">
                <a16:creationId xmlns:a16="http://schemas.microsoft.com/office/drawing/2014/main" id="{292A117A-77C0-6FA3-AD58-40B8E76EACD5}"/>
              </a:ext>
            </a:extLst>
          </p:cNvPr>
          <p:cNvSpPr txBox="1"/>
          <p:nvPr/>
        </p:nvSpPr>
        <p:spPr>
          <a:xfrm>
            <a:off x="749434" y="2927629"/>
            <a:ext cx="4222085" cy="2625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960"/>
              </a:lnSpc>
              <a:spcBef>
                <a:spcPct val="0"/>
              </a:spcBef>
            </a:pPr>
            <a:r>
              <a:rPr lang="zh-TW" altLang="en-US" sz="2000" b="1" dirty="0">
                <a:solidFill>
                  <a:srgbClr val="333333"/>
                </a:solidFill>
              </a:rPr>
              <a:t>各項事務</a:t>
            </a:r>
            <a:r>
              <a:rPr lang="en-US" altLang="zh-TW" sz="2000" b="1" dirty="0">
                <a:solidFill>
                  <a:srgbClr val="333333"/>
                </a:solidFill>
              </a:rPr>
              <a:t>SOP </a:t>
            </a:r>
            <a:r>
              <a:rPr lang="zh-TW" altLang="en-US" sz="2000" b="1" dirty="0">
                <a:solidFill>
                  <a:srgbClr val="333333"/>
                </a:solidFill>
              </a:rPr>
              <a:t>公司版</a:t>
            </a:r>
            <a:endParaRPr lang="zh-TW" altLang="en-US" sz="2000" b="1" dirty="0"/>
          </a:p>
        </p:txBody>
      </p:sp>
      <p:sp>
        <p:nvSpPr>
          <p:cNvPr id="12" name="agenda_3">
            <a:extLst>
              <a:ext uri="{FF2B5EF4-FFF2-40B4-BE49-F238E27FC236}">
                <a16:creationId xmlns:a16="http://schemas.microsoft.com/office/drawing/2014/main" id="{DAAAE8F8-135A-8D23-0300-5150BF3E831D}"/>
              </a:ext>
            </a:extLst>
          </p:cNvPr>
          <p:cNvSpPr txBox="1"/>
          <p:nvPr/>
        </p:nvSpPr>
        <p:spPr>
          <a:xfrm>
            <a:off x="749434" y="3895847"/>
            <a:ext cx="4222085" cy="25648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960"/>
              </a:lnSpc>
              <a:spcBef>
                <a:spcPct val="0"/>
              </a:spcBef>
            </a:pPr>
            <a:r>
              <a:rPr lang="en-US" altLang="zh-TW" sz="2000" b="1" dirty="0"/>
              <a:t>Keep learning Basic electronic</a:t>
            </a:r>
            <a:endParaRPr lang="zh-TW" altLang="en-US" sz="2000" b="1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86290DB-43CB-FE8A-8518-6250055F6B9F}"/>
              </a:ext>
            </a:extLst>
          </p:cNvPr>
          <p:cNvCxnSpPr>
            <a:cxnSpLocks/>
          </p:cNvCxnSpPr>
          <p:nvPr/>
        </p:nvCxnSpPr>
        <p:spPr>
          <a:xfrm>
            <a:off x="487847" y="0"/>
            <a:ext cx="0" cy="643100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99038E44-4AC1-2EC9-B5C9-B4DCF53DDA30}"/>
              </a:ext>
            </a:extLst>
          </p:cNvPr>
          <p:cNvSpPr/>
          <p:nvPr/>
        </p:nvSpPr>
        <p:spPr>
          <a:xfrm>
            <a:off x="456452" y="2991415"/>
            <a:ext cx="62790" cy="62790"/>
          </a:xfrm>
          <a:prstGeom prst="ellipse">
            <a:avLst/>
          </a:prstGeom>
          <a:noFill/>
          <a:ln w="952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sz="1000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C74C6816-4C14-FD20-B1C1-044570E23A61}"/>
              </a:ext>
            </a:extLst>
          </p:cNvPr>
          <p:cNvSpPr/>
          <p:nvPr/>
        </p:nvSpPr>
        <p:spPr>
          <a:xfrm>
            <a:off x="456452" y="3966140"/>
            <a:ext cx="62790" cy="62790"/>
          </a:xfrm>
          <a:prstGeom prst="ellipse">
            <a:avLst/>
          </a:prstGeom>
          <a:noFill/>
          <a:ln w="952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sz="100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062D95BC-70AF-23CB-4E0A-624D89F61B01}"/>
              </a:ext>
            </a:extLst>
          </p:cNvPr>
          <p:cNvSpPr/>
          <p:nvPr/>
        </p:nvSpPr>
        <p:spPr>
          <a:xfrm>
            <a:off x="456452" y="4940865"/>
            <a:ext cx="62790" cy="62790"/>
          </a:xfrm>
          <a:prstGeom prst="ellipse">
            <a:avLst/>
          </a:prstGeom>
          <a:noFill/>
          <a:ln w="952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sz="1000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949CC2A-5EA0-5FE6-20FC-FCCF9DF7AFFD}"/>
              </a:ext>
            </a:extLst>
          </p:cNvPr>
          <p:cNvSpPr/>
          <p:nvPr/>
        </p:nvSpPr>
        <p:spPr>
          <a:xfrm>
            <a:off x="456452" y="5902890"/>
            <a:ext cx="62790" cy="62790"/>
          </a:xfrm>
          <a:prstGeom prst="ellipse">
            <a:avLst/>
          </a:prstGeom>
          <a:noFill/>
          <a:ln w="952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sz="1000"/>
          </a:p>
        </p:txBody>
      </p:sp>
      <p:sp>
        <p:nvSpPr>
          <p:cNvPr id="4" name="Oval 14">
            <a:extLst>
              <a:ext uri="{FF2B5EF4-FFF2-40B4-BE49-F238E27FC236}">
                <a16:creationId xmlns:a16="http://schemas.microsoft.com/office/drawing/2014/main" id="{73DC8350-BA68-615C-5BA2-9DDFCA206846}"/>
              </a:ext>
            </a:extLst>
          </p:cNvPr>
          <p:cNvSpPr/>
          <p:nvPr/>
        </p:nvSpPr>
        <p:spPr>
          <a:xfrm>
            <a:off x="456452" y="1889690"/>
            <a:ext cx="62790" cy="62790"/>
          </a:xfrm>
          <a:prstGeom prst="ellipse">
            <a:avLst/>
          </a:prstGeom>
          <a:noFill/>
          <a:ln w="952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9" name="agenda_1">
            <a:extLst>
              <a:ext uri="{FF2B5EF4-FFF2-40B4-BE49-F238E27FC236}">
                <a16:creationId xmlns:a16="http://schemas.microsoft.com/office/drawing/2014/main" id="{68610102-6F36-9248-0F7D-1281388D37F6}"/>
              </a:ext>
            </a:extLst>
          </p:cNvPr>
          <p:cNvSpPr txBox="1"/>
          <p:nvPr/>
        </p:nvSpPr>
        <p:spPr>
          <a:xfrm>
            <a:off x="795371" y="1859415"/>
            <a:ext cx="5614481" cy="25648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960"/>
              </a:lnSpc>
              <a:spcBef>
                <a:spcPct val="0"/>
              </a:spcBef>
            </a:pPr>
            <a:r>
              <a:rPr lang="en-US" altLang="zh-TW" sz="2000" b="1" dirty="0">
                <a:solidFill>
                  <a:srgbClr val="333333"/>
                </a:solidFill>
              </a:rPr>
              <a:t>PR/PO </a:t>
            </a:r>
            <a:r>
              <a:rPr lang="zh-TW" altLang="en-US" sz="2000" b="1" dirty="0">
                <a:solidFill>
                  <a:srgbClr val="333333"/>
                </a:solidFill>
              </a:rPr>
              <a:t>流程</a:t>
            </a:r>
            <a:r>
              <a:rPr lang="en-US" altLang="zh-TW" sz="2000" b="1" dirty="0">
                <a:solidFill>
                  <a:srgbClr val="333333"/>
                </a:solidFill>
              </a:rPr>
              <a:t>, </a:t>
            </a:r>
            <a:r>
              <a:rPr lang="en-US" altLang="zh-TW" sz="2000" b="1" dirty="0"/>
              <a:t>Susan</a:t>
            </a:r>
            <a:r>
              <a:rPr lang="zh-TW" altLang="en-US" sz="2000" b="1" dirty="0"/>
              <a:t>交辦事項</a:t>
            </a:r>
            <a:r>
              <a:rPr lang="en-US" altLang="zh-TW" sz="2000" b="1" dirty="0"/>
              <a:t>, Ben </a:t>
            </a:r>
            <a:r>
              <a:rPr lang="zh-TW" altLang="en-US" sz="2000" b="1" dirty="0"/>
              <a:t>交辦事項</a:t>
            </a:r>
            <a:endParaRPr lang="en-US" altLang="zh-TW" sz="2000" b="1" dirty="0"/>
          </a:p>
        </p:txBody>
      </p:sp>
      <p:sp>
        <p:nvSpPr>
          <p:cNvPr id="10" name="agenda_4">
            <a:extLst>
              <a:ext uri="{FF2B5EF4-FFF2-40B4-BE49-F238E27FC236}">
                <a16:creationId xmlns:a16="http://schemas.microsoft.com/office/drawing/2014/main" id="{252B7D84-D8E4-9613-B2D0-D9A25C5FEA0E}"/>
              </a:ext>
            </a:extLst>
          </p:cNvPr>
          <p:cNvSpPr txBox="1"/>
          <p:nvPr/>
        </p:nvSpPr>
        <p:spPr>
          <a:xfrm>
            <a:off x="749433" y="4857973"/>
            <a:ext cx="4222085" cy="25648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960"/>
              </a:lnSpc>
              <a:spcBef>
                <a:spcPct val="0"/>
              </a:spcBef>
            </a:pPr>
            <a:r>
              <a:rPr lang="en-US" altLang="zh-TW" sz="2000" b="1" dirty="0"/>
              <a:t>Weekly global news summary</a:t>
            </a:r>
            <a:endParaRPr lang="zh-TW" altLang="en-US" sz="2000" b="1" dirty="0"/>
          </a:p>
        </p:txBody>
      </p:sp>
      <p:sp>
        <p:nvSpPr>
          <p:cNvPr id="11" name="agenda_5">
            <a:extLst>
              <a:ext uri="{FF2B5EF4-FFF2-40B4-BE49-F238E27FC236}">
                <a16:creationId xmlns:a16="http://schemas.microsoft.com/office/drawing/2014/main" id="{5AD260E8-5855-8F8A-6A3F-C82E8883FC1D}"/>
              </a:ext>
            </a:extLst>
          </p:cNvPr>
          <p:cNvSpPr txBox="1"/>
          <p:nvPr/>
        </p:nvSpPr>
        <p:spPr>
          <a:xfrm>
            <a:off x="749432" y="5806045"/>
            <a:ext cx="4222085" cy="25648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960"/>
              </a:lnSpc>
              <a:spcBef>
                <a:spcPct val="0"/>
              </a:spcBef>
            </a:pPr>
            <a:r>
              <a:rPr lang="en-US" altLang="zh-TW" sz="2000" b="1" dirty="0"/>
              <a:t>Generate PPT by AI tools</a:t>
            </a:r>
            <a:endParaRPr lang="zh-TW" alt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10692608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genda_name"/>
          <p:cNvSpPr txBox="1"/>
          <p:nvPr/>
        </p:nvSpPr>
        <p:spPr>
          <a:xfrm>
            <a:off x="1512200" y="2817166"/>
            <a:ext cx="9385300" cy="6118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334"/>
              </a:lnSpc>
              <a:spcBef>
                <a:spcPct val="0"/>
              </a:spcBef>
            </a:pPr>
            <a:r>
              <a:rPr lang="en-US" sz="3600" b="1" spc="-100" dirty="0">
                <a:solidFill>
                  <a:schemeClr val="bg1"/>
                </a:solidFill>
                <a:ea typeface="ITC Avant Garde Gothic"/>
                <a:cs typeface="ITC Avant Garde Gothic"/>
                <a:sym typeface="ITC Avant Garde Gothic"/>
              </a:rPr>
              <a:t>What is inside a PCB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_1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096000" y="4817495"/>
            <a:ext cx="5269867" cy="110799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altLang="zh-TW" sz="1800" b="1" dirty="0"/>
              <a:t>What it does:</a:t>
            </a:r>
            <a:endParaRPr lang="en-US" altLang="zh-TW" sz="18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Limits current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Drops voltage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Protects components</a:t>
            </a:r>
            <a:r>
              <a:rPr lang="en-US" altLang="zh-TW" sz="18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.</a:t>
            </a:r>
          </a:p>
        </p:txBody>
      </p:sp>
      <p:sp>
        <p:nvSpPr>
          <p:cNvPr id="4" name="item_1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096000" y="4462617"/>
            <a:ext cx="2673350" cy="2949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305"/>
              </a:lnSpc>
              <a:spcBef>
                <a:spcPct val="0"/>
              </a:spcBef>
            </a:pPr>
            <a:r>
              <a:rPr lang="en-US" sz="2000" b="1" spc="-49" dirty="0">
                <a:solidFill>
                  <a:srgbClr val="0057CC"/>
                </a:solidFill>
                <a:ea typeface="ITC Avant Garde Gothic"/>
                <a:cs typeface="ITC Avant Garde Gothic"/>
                <a:sym typeface="ITC Avant Garde Gothic"/>
              </a:rPr>
              <a:t>Resistor</a:t>
            </a:r>
          </a:p>
        </p:txBody>
      </p:sp>
      <p:sp>
        <p:nvSpPr>
          <p:cNvPr id="7" name="item_2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096000" y="2672382"/>
            <a:ext cx="3450325" cy="2949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305"/>
              </a:lnSpc>
              <a:spcBef>
                <a:spcPct val="0"/>
              </a:spcBef>
            </a:pPr>
            <a:r>
              <a:rPr lang="en-US" sz="2000" b="1" spc="-49" dirty="0">
                <a:solidFill>
                  <a:srgbClr val="0057CC"/>
                </a:solidFill>
                <a:ea typeface="ITC Avant Garde Gothic"/>
                <a:cs typeface="ITC Avant Garde Gothic"/>
                <a:sym typeface="ITC Avant Garde Gothic"/>
              </a:rPr>
              <a:t>Capacitor</a:t>
            </a:r>
          </a:p>
        </p:txBody>
      </p:sp>
      <p:sp>
        <p:nvSpPr>
          <p:cNvPr id="9" name="content_3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096000" y="932509"/>
            <a:ext cx="5153799" cy="138499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altLang="zh-TW" sz="1800" b="1" dirty="0"/>
              <a:t>What it does:</a:t>
            </a:r>
            <a:endParaRPr lang="en-US" altLang="zh-TW" sz="18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Lights up when current flows in one direction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Smooths voltage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Blocks DC, passes AC (for now: “filters noise”)</a:t>
            </a:r>
          </a:p>
          <a:p>
            <a:pPr>
              <a:buFont typeface="Arial" panose="020B0604020202020204" pitchFamily="34" charset="0"/>
              <a:buChar char="•"/>
            </a:pPr>
            <a:endParaRPr lang="en-US" altLang="zh-TW" sz="1800" dirty="0"/>
          </a:p>
        </p:txBody>
      </p:sp>
      <p:sp>
        <p:nvSpPr>
          <p:cNvPr id="10" name="item_3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096000" y="577631"/>
            <a:ext cx="3518942" cy="2949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305"/>
              </a:lnSpc>
              <a:spcBef>
                <a:spcPct val="0"/>
              </a:spcBef>
            </a:pPr>
            <a:r>
              <a:rPr lang="en-US" sz="2000" b="1" spc="-49" dirty="0">
                <a:solidFill>
                  <a:srgbClr val="0057CC"/>
                </a:solidFill>
                <a:ea typeface="ITC Avant Garde Gothic"/>
                <a:cs typeface="ITC Avant Garde Gothic"/>
                <a:sym typeface="ITC Avant Garde Gothic"/>
              </a:rPr>
              <a:t>LED Light Emitting Diode</a:t>
            </a:r>
          </a:p>
        </p:txBody>
      </p:sp>
      <p:sp>
        <p:nvSpPr>
          <p:cNvPr id="12" name="title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50333" y="439737"/>
            <a:ext cx="5082371" cy="12900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334"/>
              </a:lnSpc>
              <a:spcBef>
                <a:spcPct val="0"/>
              </a:spcBef>
            </a:pPr>
            <a:r>
              <a:rPr lang="en-US" altLang="zh-TW" sz="3200" b="1" dirty="0">
                <a:solidFill>
                  <a:srgbClr val="0070C0"/>
                </a:solidFill>
              </a:rPr>
              <a:t>The 3 most </a:t>
            </a:r>
          </a:p>
          <a:p>
            <a:pPr>
              <a:lnSpc>
                <a:spcPts val="5334"/>
              </a:lnSpc>
              <a:spcBef>
                <a:spcPct val="0"/>
              </a:spcBef>
            </a:pPr>
            <a:r>
              <a:rPr lang="en-US" altLang="zh-TW" sz="3200" b="1" dirty="0">
                <a:solidFill>
                  <a:srgbClr val="0070C0"/>
                </a:solidFill>
              </a:rPr>
              <a:t>common components</a:t>
            </a:r>
            <a:endParaRPr lang="en-US" sz="3200" b="1" spc="-160" dirty="0">
              <a:solidFill>
                <a:srgbClr val="0070C0"/>
              </a:solidFill>
              <a:ea typeface="ITC Avant Garde Gothic"/>
              <a:cs typeface="ITC Avant Garde Gothic"/>
              <a:sym typeface="ITC Avant Garde Gothic"/>
            </a:endParaRPr>
          </a:p>
        </p:txBody>
      </p:sp>
      <p:sp>
        <p:nvSpPr>
          <p:cNvPr id="23" name="content_2">
            <a:extLst>
              <a:ext uri="{FF2B5EF4-FFF2-40B4-BE49-F238E27FC236}">
                <a16:creationId xmlns:a16="http://schemas.microsoft.com/office/drawing/2014/main" id="{CDE7A42B-42D1-7C67-D891-4B400111A42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096000" y="2967335"/>
            <a:ext cx="554158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800" b="1" dirty="0"/>
              <a:t>What it does:</a:t>
            </a:r>
            <a:endParaRPr lang="en-US" altLang="zh-TW" sz="18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Stores a small amount of charge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Smooths voltage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Blocks DC, passes AC (for now: “filters noise”)</a:t>
            </a:r>
          </a:p>
        </p:txBody>
      </p:sp>
      <p:pic>
        <p:nvPicPr>
          <p:cNvPr id="5" name="img_1" descr="一張含有 天空, 雲, 天際線, 大都會區 的圖片&#10;&#10;AI 產生的內容可能不正確。">
            <a:extLst>
              <a:ext uri="{FF2B5EF4-FFF2-40B4-BE49-F238E27FC236}">
                <a16:creationId xmlns:a16="http://schemas.microsoft.com/office/drawing/2014/main" id="{BA3D3161-9C4E-EF89-A702-6CCCF1E1D4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326" r="21184"/>
          <a:stretch/>
        </p:blipFill>
        <p:spPr>
          <a:xfrm>
            <a:off x="550333" y="2614145"/>
            <a:ext cx="4605218" cy="3311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85320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: 圓角 5">
            <a:extLst>
              <a:ext uri="{FF2B5EF4-FFF2-40B4-BE49-F238E27FC236}">
                <a16:creationId xmlns:a16="http://schemas.microsoft.com/office/drawing/2014/main" id="{FDE2B80F-91BE-7E10-703C-E8C18C0FA73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72111" y="1828800"/>
            <a:ext cx="3158317" cy="3358836"/>
          </a:xfrm>
          <a:prstGeom prst="roundRect">
            <a:avLst/>
          </a:prstGeom>
          <a:solidFill>
            <a:srgbClr val="0057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352B81EA-16EB-35E1-3E14-8FCBF5C9C79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8017932" y="1822177"/>
            <a:ext cx="3623736" cy="3462328"/>
          </a:xfrm>
          <a:prstGeom prst="roundRect">
            <a:avLst/>
          </a:prstGeom>
          <a:solidFill>
            <a:srgbClr val="0057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C04CE334-2EC0-EA03-722F-DFE88B63F95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049017" y="1822177"/>
            <a:ext cx="3432666" cy="3462328"/>
          </a:xfrm>
          <a:prstGeom prst="roundRect">
            <a:avLst/>
          </a:prstGeom>
          <a:solidFill>
            <a:srgbClr val="0057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" name="content_1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11414" y="2583845"/>
            <a:ext cx="2828903" cy="193899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altLang="zh-TW" sz="1800" b="1" dirty="0"/>
              <a:t>What it does:</a:t>
            </a:r>
            <a:endParaRPr lang="en-US" altLang="zh-TW" sz="18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Limits current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Drops voltage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Protects components</a:t>
            </a:r>
          </a:p>
          <a:p>
            <a:pPr>
              <a:buFont typeface="Arial" panose="020B0604020202020204" pitchFamily="34" charset="0"/>
              <a:buChar char="•"/>
            </a:pPr>
            <a:endParaRPr lang="en-US" altLang="zh-TW" sz="1800" dirty="0"/>
          </a:p>
          <a:p>
            <a:r>
              <a:rPr lang="en-US" altLang="zh-TW" sz="18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*Without a resistor, many components would </a:t>
            </a:r>
            <a:r>
              <a:rPr lang="en-US" altLang="zh-TW" sz="18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burn</a:t>
            </a:r>
            <a:r>
              <a:rPr lang="en-US" altLang="zh-TW" sz="18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.</a:t>
            </a:r>
          </a:p>
        </p:txBody>
      </p:sp>
      <p:sp>
        <p:nvSpPr>
          <p:cNvPr id="4" name="item_1"/>
          <p:cNvSpPr txBox="1"/>
          <p:nvPr/>
        </p:nvSpPr>
        <p:spPr>
          <a:xfrm>
            <a:off x="656220" y="1960071"/>
            <a:ext cx="2495129" cy="2949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305"/>
              </a:lnSpc>
              <a:spcBef>
                <a:spcPct val="0"/>
              </a:spcBef>
            </a:pPr>
            <a:r>
              <a:rPr lang="en-US" sz="2000" b="1" spc="-49" dirty="0">
                <a:solidFill>
                  <a:schemeClr val="bg1"/>
                </a:solidFill>
                <a:ea typeface="ITC Avant Garde Gothic"/>
                <a:cs typeface="ITC Avant Garde Gothic"/>
                <a:sym typeface="ITC Avant Garde Gothic"/>
              </a:rPr>
              <a:t>Resistor</a:t>
            </a:r>
          </a:p>
        </p:txBody>
      </p:sp>
      <p:sp>
        <p:nvSpPr>
          <p:cNvPr id="7" name="item_2"/>
          <p:cNvSpPr txBox="1"/>
          <p:nvPr/>
        </p:nvSpPr>
        <p:spPr>
          <a:xfrm>
            <a:off x="4049017" y="2037076"/>
            <a:ext cx="3450325" cy="2949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305"/>
              </a:lnSpc>
              <a:spcBef>
                <a:spcPct val="0"/>
              </a:spcBef>
            </a:pPr>
            <a:r>
              <a:rPr lang="en-US" sz="2000" b="1" spc="-49" dirty="0">
                <a:solidFill>
                  <a:schemeClr val="bg1"/>
                </a:solidFill>
                <a:ea typeface="ITC Avant Garde Gothic"/>
                <a:cs typeface="ITC Avant Garde Gothic"/>
                <a:sym typeface="ITC Avant Garde Gothic"/>
              </a:rPr>
              <a:t>Capacitor</a:t>
            </a:r>
          </a:p>
        </p:txBody>
      </p:sp>
      <p:sp>
        <p:nvSpPr>
          <p:cNvPr id="9" name="content_3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347139" y="2655023"/>
            <a:ext cx="2965321" cy="193899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altLang="zh-TW" sz="1800" b="1" dirty="0"/>
              <a:t>What it does:</a:t>
            </a:r>
            <a:endParaRPr lang="en-US" altLang="zh-TW" sz="18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Lights up when current flows in one direction</a:t>
            </a:r>
          </a:p>
          <a:p>
            <a:pPr>
              <a:buFont typeface="Arial" panose="020B0604020202020204" pitchFamily="34" charset="0"/>
              <a:buChar char="•"/>
            </a:pPr>
            <a:endParaRPr lang="en-US" altLang="zh-TW" sz="1800" dirty="0"/>
          </a:p>
          <a:p>
            <a:r>
              <a:rPr lang="en-US" altLang="zh-TW" sz="1800" b="1" dirty="0"/>
              <a:t>Important rules:</a:t>
            </a:r>
            <a:endParaRPr lang="en-US" altLang="zh-TW" sz="18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Has polarity (+ and −)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Always needs a </a:t>
            </a:r>
            <a:r>
              <a:rPr lang="en-US" altLang="zh-TW" sz="1800" b="1" dirty="0"/>
              <a:t>resistor</a:t>
            </a:r>
            <a:endParaRPr lang="en-US" altLang="zh-TW" sz="1800" dirty="0"/>
          </a:p>
        </p:txBody>
      </p:sp>
      <p:sp>
        <p:nvSpPr>
          <p:cNvPr id="10" name="item_3"/>
          <p:cNvSpPr txBox="1"/>
          <p:nvPr/>
        </p:nvSpPr>
        <p:spPr>
          <a:xfrm>
            <a:off x="8035591" y="2037076"/>
            <a:ext cx="3518942" cy="2949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305"/>
              </a:lnSpc>
              <a:spcBef>
                <a:spcPct val="0"/>
              </a:spcBef>
            </a:pPr>
            <a:r>
              <a:rPr lang="en-US" sz="2000" b="1" spc="-49" dirty="0">
                <a:solidFill>
                  <a:schemeClr val="bg1"/>
                </a:solidFill>
                <a:ea typeface="ITC Avant Garde Gothic"/>
                <a:cs typeface="ITC Avant Garde Gothic"/>
                <a:sym typeface="ITC Avant Garde Gothic"/>
              </a:rPr>
              <a:t>LED Light Emitting Diode</a:t>
            </a:r>
          </a:p>
        </p:txBody>
      </p:sp>
      <p:sp>
        <p:nvSpPr>
          <p:cNvPr id="12" name="title"/>
          <p:cNvSpPr txBox="1"/>
          <p:nvPr/>
        </p:nvSpPr>
        <p:spPr>
          <a:xfrm>
            <a:off x="402927" y="376363"/>
            <a:ext cx="7467600" cy="6121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5334"/>
              </a:lnSpc>
              <a:spcBef>
                <a:spcPct val="0"/>
              </a:spcBef>
            </a:pPr>
            <a:r>
              <a:rPr lang="en-US" altLang="zh-TW" sz="3600" b="1" dirty="0">
                <a:solidFill>
                  <a:srgbClr val="0070C0"/>
                </a:solidFill>
              </a:rPr>
              <a:t>The 3 most common components</a:t>
            </a:r>
            <a:endParaRPr lang="en-US" sz="3600" b="1" spc="-160" dirty="0">
              <a:solidFill>
                <a:srgbClr val="0070C0"/>
              </a:solidFill>
              <a:ea typeface="ITC Avant Garde Gothic"/>
              <a:cs typeface="ITC Avant Garde Gothic"/>
              <a:sym typeface="ITC Avant Garde Gothic"/>
            </a:endParaRPr>
          </a:p>
        </p:txBody>
      </p:sp>
      <p:sp>
        <p:nvSpPr>
          <p:cNvPr id="23" name="content_2">
            <a:extLst>
              <a:ext uri="{FF2B5EF4-FFF2-40B4-BE49-F238E27FC236}">
                <a16:creationId xmlns:a16="http://schemas.microsoft.com/office/drawing/2014/main" id="{CDE7A42B-42D1-7C67-D891-4B400111A42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294624" y="2546928"/>
            <a:ext cx="2965321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800" b="1" dirty="0"/>
              <a:t>What it does:</a:t>
            </a:r>
            <a:endParaRPr lang="en-US" altLang="zh-TW" sz="18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Stores a small amount of charge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Smooths voltage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Blocks DC, passes AC (for now: “filters noise”)</a:t>
            </a:r>
          </a:p>
          <a:p>
            <a:pPr>
              <a:buFont typeface="Arial" panose="020B0604020202020204" pitchFamily="34" charset="0"/>
              <a:buChar char="•"/>
            </a:pPr>
            <a:endParaRPr lang="en-US" altLang="zh-TW" sz="1800" dirty="0"/>
          </a:p>
          <a:p>
            <a:r>
              <a:rPr lang="en-US" altLang="zh-TW" sz="18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*A shock absorber for voltage</a:t>
            </a:r>
          </a:p>
        </p:txBody>
      </p:sp>
    </p:spTree>
    <p:extLst>
      <p:ext uri="{BB962C8B-B14F-4D97-AF65-F5344CB8AC3E}">
        <p14:creationId xmlns:p14="http://schemas.microsoft.com/office/powerpoint/2010/main" val="20946902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_1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50332" y="2768762"/>
            <a:ext cx="2853771" cy="193899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altLang="zh-TW" sz="1800" b="1" dirty="0"/>
              <a:t>What it does:</a:t>
            </a:r>
            <a:endParaRPr lang="en-US" altLang="zh-TW" sz="18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Limits current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Drops voltage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Protects components</a:t>
            </a:r>
          </a:p>
          <a:p>
            <a:pPr>
              <a:buFont typeface="Arial" panose="020B0604020202020204" pitchFamily="34" charset="0"/>
              <a:buChar char="•"/>
            </a:pPr>
            <a:endParaRPr lang="en-US" altLang="zh-TW" sz="1800" dirty="0"/>
          </a:p>
          <a:p>
            <a:r>
              <a:rPr lang="en-US" altLang="zh-TW" sz="18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*Without a resistor, many components would </a:t>
            </a:r>
            <a:r>
              <a:rPr lang="en-US" altLang="zh-TW" sz="18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burn</a:t>
            </a:r>
            <a:r>
              <a:rPr lang="en-US" altLang="zh-TW" sz="18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.</a:t>
            </a:r>
          </a:p>
        </p:txBody>
      </p:sp>
      <p:sp>
        <p:nvSpPr>
          <p:cNvPr id="4" name="item_1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50333" y="1978087"/>
            <a:ext cx="2673350" cy="2949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305"/>
              </a:lnSpc>
              <a:spcBef>
                <a:spcPct val="0"/>
              </a:spcBef>
            </a:pPr>
            <a:r>
              <a:rPr lang="en-US" sz="2000" spc="-49" dirty="0">
                <a:solidFill>
                  <a:schemeClr val="accent2"/>
                </a:solidFill>
                <a:ea typeface="ITC Avant Garde Gothic"/>
                <a:cs typeface="ITC Avant Garde Gothic"/>
                <a:sym typeface="ITC Avant Garde Gothic"/>
              </a:rPr>
              <a:t>Resistor</a:t>
            </a:r>
          </a:p>
        </p:txBody>
      </p:sp>
      <p:sp>
        <p:nvSpPr>
          <p:cNvPr id="7" name="item_2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462403" y="1912537"/>
            <a:ext cx="3008245" cy="2949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305"/>
              </a:lnSpc>
              <a:spcBef>
                <a:spcPct val="0"/>
              </a:spcBef>
            </a:pPr>
            <a:r>
              <a:rPr lang="en-US" sz="2000" spc="-49" dirty="0">
                <a:solidFill>
                  <a:srgbClr val="00B050"/>
                </a:solidFill>
                <a:ea typeface="ITC Avant Garde Gothic"/>
                <a:cs typeface="ITC Avant Garde Gothic"/>
                <a:sym typeface="ITC Avant Garde Gothic"/>
              </a:rPr>
              <a:t>Capacitor</a:t>
            </a:r>
          </a:p>
        </p:txBody>
      </p:sp>
      <p:sp>
        <p:nvSpPr>
          <p:cNvPr id="9" name="content_3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086713" y="2692562"/>
            <a:ext cx="2965321" cy="193899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altLang="zh-TW" sz="1800" b="1" dirty="0"/>
              <a:t>What it does:</a:t>
            </a:r>
            <a:endParaRPr lang="en-US" altLang="zh-TW" sz="18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Lights up when current flows in one direction</a:t>
            </a:r>
          </a:p>
          <a:p>
            <a:pPr>
              <a:buFont typeface="Arial" panose="020B0604020202020204" pitchFamily="34" charset="0"/>
              <a:buChar char="•"/>
            </a:pPr>
            <a:endParaRPr lang="en-US" altLang="zh-TW" sz="1800" dirty="0"/>
          </a:p>
          <a:p>
            <a:r>
              <a:rPr lang="en-US" altLang="zh-TW" sz="1800" b="1" dirty="0"/>
              <a:t>Important rules:</a:t>
            </a:r>
            <a:endParaRPr lang="en-US" altLang="zh-TW" sz="18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Has polarity (+ and −)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Always needs a </a:t>
            </a:r>
            <a:r>
              <a:rPr lang="en-US" altLang="zh-TW" sz="1800" b="1" dirty="0"/>
              <a:t>resistor</a:t>
            </a:r>
            <a:endParaRPr lang="en-US" altLang="zh-TW" sz="1800" dirty="0"/>
          </a:p>
        </p:txBody>
      </p:sp>
      <p:sp>
        <p:nvSpPr>
          <p:cNvPr id="10" name="item_3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150087" y="1978087"/>
            <a:ext cx="3518942" cy="27244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305"/>
              </a:lnSpc>
              <a:spcBef>
                <a:spcPct val="0"/>
              </a:spcBef>
            </a:pPr>
            <a:r>
              <a:rPr lang="en-US" sz="1800" spc="-49" dirty="0">
                <a:gradFill>
                  <a:gsLst>
                    <a:gs pos="0">
                      <a:srgbClr val="FF0000"/>
                    </a:gs>
                    <a:gs pos="20000">
                      <a:schemeClr val="accent2"/>
                    </a:gs>
                    <a:gs pos="39000">
                      <a:srgbClr val="FFBE00"/>
                    </a:gs>
                    <a:gs pos="100000">
                      <a:srgbClr val="7030A0"/>
                    </a:gs>
                    <a:gs pos="79000">
                      <a:schemeClr val="accent1"/>
                    </a:gs>
                    <a:gs pos="59000">
                      <a:schemeClr val="accent4">
                        <a:lumMod val="50000"/>
                      </a:schemeClr>
                    </a:gs>
                  </a:gsLst>
                  <a:lin ang="2700000" scaled="0"/>
                </a:gradFill>
                <a:ea typeface="ITC Avant Garde Gothic"/>
                <a:cs typeface="ITC Avant Garde Gothic"/>
                <a:sym typeface="ITC Avant Garde Gothic"/>
              </a:rPr>
              <a:t>LED Light Emitting Diode</a:t>
            </a:r>
          </a:p>
        </p:txBody>
      </p:sp>
      <p:sp>
        <p:nvSpPr>
          <p:cNvPr id="12" name="title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50333" y="439737"/>
            <a:ext cx="7467600" cy="6121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5334"/>
              </a:lnSpc>
              <a:spcBef>
                <a:spcPct val="0"/>
              </a:spcBef>
            </a:pPr>
            <a:r>
              <a:rPr lang="en-US" altLang="zh-TW" sz="3600" b="1" dirty="0">
                <a:solidFill>
                  <a:srgbClr val="0070C0"/>
                </a:solidFill>
              </a:rPr>
              <a:t>The 3 most common components</a:t>
            </a:r>
            <a:endParaRPr lang="en-US" sz="3600" b="1" spc="-160" dirty="0">
              <a:solidFill>
                <a:srgbClr val="0070C0"/>
              </a:solidFill>
              <a:ea typeface="ITC Avant Garde Gothic"/>
              <a:cs typeface="ITC Avant Garde Gothic"/>
              <a:sym typeface="ITC Avant Garde Gothic"/>
            </a:endParaRP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EC89CC0-60C4-0CF7-9091-8064CC65DC88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 flipV="1">
            <a:off x="0" y="2392230"/>
            <a:ext cx="12197554" cy="1058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content_2">
            <a:extLst>
              <a:ext uri="{FF2B5EF4-FFF2-40B4-BE49-F238E27FC236}">
                <a16:creationId xmlns:a16="http://schemas.microsoft.com/office/drawing/2014/main" id="{CDE7A42B-42D1-7C67-D891-4B400111A42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196779" y="2667221"/>
            <a:ext cx="2965321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800" b="1" dirty="0"/>
              <a:t>What it does:</a:t>
            </a:r>
            <a:endParaRPr lang="en-US" altLang="zh-TW" sz="18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Stores a small amount of charge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Smooths voltage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Blocks DC, passes AC (for now: “filters noise”)</a:t>
            </a:r>
          </a:p>
          <a:p>
            <a:pPr>
              <a:buFont typeface="Arial" panose="020B0604020202020204" pitchFamily="34" charset="0"/>
              <a:buChar char="•"/>
            </a:pPr>
            <a:endParaRPr lang="en-US" altLang="zh-TW" sz="1800" dirty="0"/>
          </a:p>
          <a:p>
            <a:r>
              <a:rPr lang="en-US" altLang="zh-TW" sz="18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*A shock absorber for voltage</a:t>
            </a:r>
          </a:p>
        </p:txBody>
      </p:sp>
    </p:spTree>
    <p:extLst>
      <p:ext uri="{BB962C8B-B14F-4D97-AF65-F5344CB8AC3E}">
        <p14:creationId xmlns:p14="http://schemas.microsoft.com/office/powerpoint/2010/main" val="7513886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剪去同側角落">
            <a:extLst>
              <a:ext uri="{FF2B5EF4-FFF2-40B4-BE49-F238E27FC236}">
                <a16:creationId xmlns:a16="http://schemas.microsoft.com/office/drawing/2014/main" id="{C069FB36-4268-2008-2651-77DC57C82F9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5400000">
            <a:off x="1065757" y="-837514"/>
            <a:ext cx="630936" cy="2762451"/>
          </a:xfrm>
          <a:prstGeom prst="snip2Same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8" name="img_2" descr="一張含有 電路, 電子工程, 電子元件, 被動元件 的圖片&#10;&#10;AI 產生的內容可能不正確。">
            <a:extLst>
              <a:ext uri="{FF2B5EF4-FFF2-40B4-BE49-F238E27FC236}">
                <a16:creationId xmlns:a16="http://schemas.microsoft.com/office/drawing/2014/main" id="{3E638306-672D-2998-4DBD-DAC03FAC581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82022" y="1524882"/>
            <a:ext cx="6109978" cy="4063654"/>
          </a:xfrm>
          <a:prstGeom prst="rect">
            <a:avLst/>
          </a:prstGeom>
        </p:spPr>
      </p:pic>
      <p:pic>
        <p:nvPicPr>
          <p:cNvPr id="5" name="img_1" descr="一張含有 電子產品, 電路, 電子元件, 電子工程 的圖片&#10;&#10;AI 產生的內容可能不正確。">
            <a:extLst>
              <a:ext uri="{FF2B5EF4-FFF2-40B4-BE49-F238E27FC236}">
                <a16:creationId xmlns:a16="http://schemas.microsoft.com/office/drawing/2014/main" id="{C7C502A6-DB2E-85BC-05C5-13B884C79CAE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3978" y="1524537"/>
            <a:ext cx="6096000" cy="4063999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477158" y="318233"/>
            <a:ext cx="2476354" cy="45095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667"/>
              </a:lnSpc>
            </a:pPr>
            <a:r>
              <a:rPr lang="en-US" altLang="zh-TW" sz="2800" b="1" dirty="0">
                <a:solidFill>
                  <a:schemeClr val="bg1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Diode vs LED</a:t>
            </a:r>
            <a:endParaRPr lang="en-US" sz="2800" dirty="0">
              <a:solidFill>
                <a:schemeClr val="bg1"/>
              </a:solidFill>
              <a:latin typeface="+mj-lt"/>
              <a:ea typeface="Raleway"/>
              <a:cs typeface="Raleway"/>
              <a:sym typeface="Raleway"/>
            </a:endParaRPr>
          </a:p>
        </p:txBody>
      </p:sp>
      <p:sp>
        <p:nvSpPr>
          <p:cNvPr id="6" name="content_1"/>
          <p:cNvSpPr txBox="1"/>
          <p:nvPr/>
        </p:nvSpPr>
        <p:spPr>
          <a:xfrm>
            <a:off x="477158" y="2484787"/>
            <a:ext cx="4977565" cy="29609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2000" b="1" kern="100" dirty="0">
                <a:effectLst/>
                <a:latin typeface="+mn-ea"/>
                <a:cs typeface="Times New Roman" panose="02020603050405020304" pitchFamily="18" charset="0"/>
              </a:rPr>
              <a:t>What it does:</a:t>
            </a:r>
            <a:endParaRPr lang="zh-TW" altLang="zh-TW" sz="2000" kern="100" dirty="0">
              <a:effectLst/>
              <a:latin typeface="+mn-ea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TW" sz="2000" kern="100" dirty="0">
                <a:effectLst/>
                <a:latin typeface="+mn-ea"/>
                <a:cs typeface="Times New Roman" panose="02020603050405020304" pitchFamily="18" charset="0"/>
              </a:rPr>
              <a:t>Allows current to flow in </a:t>
            </a:r>
            <a:r>
              <a:rPr lang="en-US" altLang="zh-TW" sz="2000" b="1" kern="100" dirty="0">
                <a:effectLst/>
                <a:latin typeface="+mn-ea"/>
                <a:cs typeface="Times New Roman" panose="02020603050405020304" pitchFamily="18" charset="0"/>
              </a:rPr>
              <a:t>one direction only</a:t>
            </a:r>
            <a:endParaRPr lang="zh-TW" altLang="zh-TW" sz="2000" kern="100" dirty="0">
              <a:effectLst/>
              <a:latin typeface="+mn-ea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TW" sz="2000" kern="100" dirty="0">
                <a:effectLst/>
                <a:latin typeface="+mn-ea"/>
                <a:cs typeface="Times New Roman" panose="02020603050405020304" pitchFamily="18" charset="0"/>
              </a:rPr>
              <a:t>Used for protection and rectification</a:t>
            </a:r>
            <a:endParaRPr lang="en-US" altLang="zh-TW" sz="2000" kern="100" dirty="0">
              <a:latin typeface="+mn-ea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2000" b="1" kern="100" dirty="0">
                <a:effectLst/>
                <a:latin typeface="+mn-ea"/>
                <a:cs typeface="Times New Roman" panose="02020603050405020304" pitchFamily="18" charset="0"/>
              </a:rPr>
              <a:t>Beginner intuition:</a:t>
            </a:r>
            <a:endParaRPr lang="zh-TW" altLang="zh-TW" sz="2000" kern="100" dirty="0">
              <a:effectLst/>
              <a:latin typeface="+mn-ea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2000" kern="100" dirty="0">
                <a:effectLst/>
                <a:latin typeface="+mn-ea"/>
                <a:cs typeface="Times New Roman" panose="02020603050405020304" pitchFamily="18" charset="0"/>
              </a:rPr>
              <a:t>A one-way door for electricity</a:t>
            </a:r>
            <a:endParaRPr lang="zh-TW" altLang="zh-TW" sz="2000" kern="100" dirty="0">
              <a:effectLst/>
              <a:latin typeface="+mn-ea"/>
              <a:cs typeface="Times New Roman" panose="02020603050405020304" pitchFamily="18" charset="0"/>
            </a:endParaRPr>
          </a:p>
          <a:p>
            <a:pPr lvl="0">
              <a:lnSpc>
                <a:spcPct val="115000"/>
              </a:lnSpc>
              <a:spcAft>
                <a:spcPts val="800"/>
              </a:spcAft>
              <a:buSzPts val="1000"/>
              <a:tabLst>
                <a:tab pos="457200" algn="l"/>
              </a:tabLst>
            </a:pPr>
            <a:endParaRPr lang="en-US" altLang="zh-TW" sz="2000" kern="100" dirty="0">
              <a:effectLst/>
              <a:latin typeface="+mn-ea"/>
              <a:cs typeface="Times New Roman" panose="02020603050405020304" pitchFamily="18" charset="0"/>
            </a:endParaRPr>
          </a:p>
        </p:txBody>
      </p:sp>
      <p:sp>
        <p:nvSpPr>
          <p:cNvPr id="9" name="content_2"/>
          <p:cNvSpPr txBox="1"/>
          <p:nvPr/>
        </p:nvSpPr>
        <p:spPr>
          <a:xfrm>
            <a:off x="6441746" y="2385016"/>
            <a:ext cx="4820765" cy="306071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Wingdings" panose="05000000000000000000" pitchFamily="2" charset="2"/>
              <a:buChar char=""/>
              <a:tabLst>
                <a:tab pos="457200" algn="l"/>
              </a:tabLst>
            </a:pPr>
            <a:r>
              <a:rPr lang="en-US" altLang="zh-TW" sz="2000" kern="100" dirty="0">
                <a:effectLst/>
                <a:latin typeface="+mn-ea"/>
                <a:cs typeface="Times New Roman" panose="02020603050405020304" pitchFamily="18" charset="0"/>
              </a:rPr>
              <a:t>A diode that emits light</a:t>
            </a:r>
            <a:endParaRPr lang="zh-TW" altLang="zh-TW" sz="2000" kern="100" dirty="0">
              <a:effectLst/>
              <a:latin typeface="+mn-ea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TW" sz="2000" kern="100" dirty="0">
                <a:effectLst/>
                <a:latin typeface="+mn-ea"/>
                <a:cs typeface="Times New Roman" panose="02020603050405020304" pitchFamily="18" charset="0"/>
              </a:rPr>
              <a:t>Needs </a:t>
            </a:r>
            <a:r>
              <a:rPr lang="en-US" altLang="zh-TW" sz="2000" b="1" kern="100" dirty="0">
                <a:effectLst/>
                <a:latin typeface="+mn-ea"/>
                <a:cs typeface="Times New Roman" panose="02020603050405020304" pitchFamily="18" charset="0"/>
              </a:rPr>
              <a:t>current limiting resistor</a:t>
            </a:r>
            <a:endParaRPr lang="zh-TW" altLang="zh-TW" sz="2000" kern="100" dirty="0">
              <a:effectLst/>
              <a:latin typeface="+mn-ea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TW" sz="2000" kern="100" dirty="0">
                <a:effectLst/>
                <a:latin typeface="+mn-ea"/>
                <a:cs typeface="Times New Roman" panose="02020603050405020304" pitchFamily="18" charset="0"/>
              </a:rPr>
              <a:t>Has polarity:</a:t>
            </a:r>
            <a:endParaRPr lang="zh-TW" altLang="zh-TW" sz="2000" kern="100" dirty="0">
              <a:effectLst/>
              <a:latin typeface="+mn-ea"/>
              <a:cs typeface="Times New Roman" panose="02020603050405020304" pitchFamily="18" charset="0"/>
            </a:endParaRPr>
          </a:p>
          <a:p>
            <a:pPr marL="742950" lvl="1" indent="-285750">
              <a:lnSpc>
                <a:spcPct val="115000"/>
              </a:lnSpc>
              <a:spcAft>
                <a:spcPts val="800"/>
              </a:spcAft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en-US" altLang="zh-TW" sz="2000" kern="100" dirty="0">
                <a:effectLst/>
                <a:latin typeface="+mn-ea"/>
                <a:cs typeface="Times New Roman" panose="02020603050405020304" pitchFamily="18" charset="0"/>
              </a:rPr>
              <a:t>Anode (+)</a:t>
            </a:r>
            <a:endParaRPr lang="zh-TW" altLang="zh-TW" sz="2000" kern="100" dirty="0">
              <a:effectLst/>
              <a:latin typeface="+mn-ea"/>
              <a:cs typeface="Times New Roman" panose="02020603050405020304" pitchFamily="18" charset="0"/>
            </a:endParaRPr>
          </a:p>
          <a:p>
            <a:pPr marL="742950" lvl="1" indent="-285750">
              <a:lnSpc>
                <a:spcPct val="115000"/>
              </a:lnSpc>
              <a:spcAft>
                <a:spcPts val="800"/>
              </a:spcAft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en-US" altLang="zh-TW" sz="2000" kern="100" dirty="0">
                <a:effectLst/>
                <a:latin typeface="+mn-ea"/>
                <a:cs typeface="Times New Roman" panose="02020603050405020304" pitchFamily="18" charset="0"/>
              </a:rPr>
              <a:t>Cathode (−)</a:t>
            </a:r>
            <a:endParaRPr lang="zh-TW" altLang="zh-TW" sz="2000" kern="100" dirty="0">
              <a:effectLst/>
              <a:latin typeface="+mn-ea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2000" kern="100" dirty="0">
                <a:effectLst/>
                <a:latin typeface="+mn-ea"/>
                <a:cs typeface="Segoe UI Emoji" panose="020B0502040204020203" pitchFamily="34" charset="0"/>
              </a:rPr>
              <a:t>📌</a:t>
            </a:r>
            <a:r>
              <a:rPr lang="en-US" altLang="zh-TW" sz="2000" kern="100" dirty="0">
                <a:effectLst/>
                <a:latin typeface="+mn-ea"/>
                <a:cs typeface="Times New Roman" panose="02020603050405020304" pitchFamily="18" charset="0"/>
              </a:rPr>
              <a:t> On real LEDs:</a:t>
            </a:r>
            <a:endParaRPr lang="zh-TW" altLang="zh-TW" sz="2000" kern="100" dirty="0">
              <a:effectLst/>
              <a:latin typeface="+mn-ea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TW" sz="2000" kern="100" dirty="0">
                <a:effectLst/>
                <a:latin typeface="+mn-ea"/>
                <a:cs typeface="Times New Roman" panose="02020603050405020304" pitchFamily="18" charset="0"/>
              </a:rPr>
              <a:t>Long leg = +</a:t>
            </a:r>
            <a:r>
              <a:rPr lang="en-US" altLang="zh-TW" sz="2000" kern="100" dirty="0">
                <a:latin typeface="+mn-ea"/>
                <a:cs typeface="Times New Roman" panose="02020603050405020304" pitchFamily="18" charset="0"/>
              </a:rPr>
              <a:t> / </a:t>
            </a:r>
            <a:r>
              <a:rPr lang="en-US" altLang="zh-TW" sz="2000" kern="100" dirty="0">
                <a:effectLst/>
                <a:latin typeface="+mn-ea"/>
                <a:cs typeface="Times New Roman" panose="02020603050405020304" pitchFamily="18" charset="0"/>
              </a:rPr>
              <a:t>Flat side = −</a:t>
            </a:r>
            <a:endParaRPr lang="zh-TW" altLang="zh-TW" sz="2000" kern="100" dirty="0">
              <a:effectLst/>
              <a:latin typeface="+mn-ea"/>
              <a:cs typeface="Times New Roman" panose="02020603050405020304" pitchFamily="18" charset="0"/>
            </a:endParaRPr>
          </a:p>
        </p:txBody>
      </p:sp>
      <p:sp>
        <p:nvSpPr>
          <p:cNvPr id="7" name="title_content_1">
            <a:extLst>
              <a:ext uri="{FF2B5EF4-FFF2-40B4-BE49-F238E27FC236}">
                <a16:creationId xmlns:a16="http://schemas.microsoft.com/office/drawing/2014/main" id="{11C8E047-A886-27C0-80A3-69E4764A628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45240" y="1847273"/>
            <a:ext cx="5177058" cy="4308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/>
            <a:r>
              <a:rPr lang="en-US" altLang="zh-TW" sz="2800" b="1" dirty="0">
                <a:solidFill>
                  <a:schemeClr val="accent1">
                    <a:lumMod val="75000"/>
                  </a:schemeClr>
                </a:solidFill>
                <a:ea typeface="Open Sans Light" panose="020B0306030504020204" pitchFamily="34" charset="0"/>
                <a:cs typeface="Open Sans Light" panose="020B0306030504020204" pitchFamily="34" charset="0"/>
              </a:rPr>
              <a:t>Diode</a:t>
            </a:r>
            <a:endParaRPr lang="zh-TW" altLang="en-US" sz="2800" b="1" dirty="0" err="1">
              <a:solidFill>
                <a:schemeClr val="accent1">
                  <a:lumMod val="75000"/>
                </a:schemeClr>
              </a:solidFill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10" name="title_content_2">
            <a:extLst>
              <a:ext uri="{FF2B5EF4-FFF2-40B4-BE49-F238E27FC236}">
                <a16:creationId xmlns:a16="http://schemas.microsoft.com/office/drawing/2014/main" id="{5AE55579-6FD9-4B18-E13F-189CEEACD3F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782210" y="1842655"/>
            <a:ext cx="4864550" cy="4308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/>
            <a:r>
              <a:rPr lang="en-US" altLang="zh-TW" sz="2800" b="1" dirty="0">
                <a:solidFill>
                  <a:schemeClr val="accent1">
                    <a:lumMod val="75000"/>
                  </a:schemeClr>
                </a:solidFill>
                <a:ea typeface="Open Sans Light" panose="020B0306030504020204" pitchFamily="34" charset="0"/>
                <a:cs typeface="Open Sans Light" panose="020B0306030504020204" pitchFamily="34" charset="0"/>
              </a:rPr>
              <a:t>LED</a:t>
            </a:r>
            <a:endParaRPr lang="zh-TW" altLang="en-US" sz="2800" b="1" dirty="0" err="1">
              <a:solidFill>
                <a:schemeClr val="accent1">
                  <a:lumMod val="75000"/>
                </a:schemeClr>
              </a:solidFill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43977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直角三角形 3">
            <a:extLst>
              <a:ext uri="{FF2B5EF4-FFF2-40B4-BE49-F238E27FC236}">
                <a16:creationId xmlns:a16="http://schemas.microsoft.com/office/drawing/2014/main" id="{B1D59E44-BE4B-9BAA-A248-D83C88DED73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flipV="1">
            <a:off x="0" y="0"/>
            <a:ext cx="12192000" cy="6513895"/>
          </a:xfrm>
          <a:prstGeom prst="rt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content_1">
            <a:extLst>
              <a:ext uri="{FF2B5EF4-FFF2-40B4-BE49-F238E27FC236}">
                <a16:creationId xmlns:a16="http://schemas.microsoft.com/office/drawing/2014/main" id="{58EB8098-3852-B862-A7EE-991C8530FC1B}"/>
              </a:ext>
            </a:extLst>
          </p:cNvPr>
          <p:cNvSpPr txBox="1"/>
          <p:nvPr/>
        </p:nvSpPr>
        <p:spPr>
          <a:xfrm>
            <a:off x="485870" y="774992"/>
            <a:ext cx="3226050" cy="33449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1600" b="1" kern="100" dirty="0">
                <a:solidFill>
                  <a:schemeClr val="bg1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What a switch really does</a:t>
            </a:r>
            <a:endParaRPr lang="zh-TW" altLang="zh-TW" sz="1600" kern="100" dirty="0">
              <a:solidFill>
                <a:schemeClr val="bg1"/>
              </a:solidFill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TW" sz="1600" kern="100" dirty="0">
                <a:solidFill>
                  <a:schemeClr val="bg1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It </a:t>
            </a:r>
            <a:r>
              <a:rPr lang="en-US" altLang="zh-TW" sz="1600" b="1" kern="100" dirty="0">
                <a:solidFill>
                  <a:schemeClr val="bg1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opens</a:t>
            </a:r>
            <a:r>
              <a:rPr lang="en-US" altLang="zh-TW" sz="1600" kern="100" dirty="0">
                <a:solidFill>
                  <a:schemeClr val="bg1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 or </a:t>
            </a:r>
            <a:r>
              <a:rPr lang="en-US" altLang="zh-TW" sz="1600" b="1" kern="100" dirty="0">
                <a:solidFill>
                  <a:schemeClr val="bg1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closes</a:t>
            </a:r>
            <a:r>
              <a:rPr lang="en-US" altLang="zh-TW" sz="1600" kern="100" dirty="0">
                <a:solidFill>
                  <a:schemeClr val="bg1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 a circuit</a:t>
            </a:r>
            <a:endParaRPr lang="zh-TW" altLang="zh-TW" sz="1600" kern="100" dirty="0">
              <a:solidFill>
                <a:schemeClr val="bg1"/>
              </a:solidFill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TW" sz="1600" kern="100" dirty="0">
                <a:solidFill>
                  <a:schemeClr val="bg1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No electricity flows if the circuit is open</a:t>
            </a:r>
            <a:endParaRPr lang="zh-TW" altLang="zh-TW" sz="1600" kern="100" dirty="0">
              <a:solidFill>
                <a:schemeClr val="bg1"/>
              </a:solidFill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1600" b="1" kern="100" dirty="0">
                <a:solidFill>
                  <a:schemeClr val="bg1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Simple switch symbol</a:t>
            </a:r>
            <a:endParaRPr lang="zh-TW" altLang="zh-TW" sz="1600" kern="100" dirty="0">
              <a:solidFill>
                <a:schemeClr val="bg1"/>
              </a:solidFill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1600" kern="100" dirty="0">
                <a:solidFill>
                  <a:schemeClr val="bg1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---o/ o---</a:t>
            </a:r>
            <a:endParaRPr lang="zh-TW" altLang="zh-TW" sz="1600" kern="100" dirty="0">
              <a:solidFill>
                <a:schemeClr val="bg1"/>
              </a:solidFill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1600" b="1" kern="100" dirty="0">
                <a:solidFill>
                  <a:schemeClr val="bg1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Important beginner idea</a:t>
            </a:r>
            <a:endParaRPr lang="zh-TW" altLang="zh-TW" sz="1600" kern="100" dirty="0">
              <a:solidFill>
                <a:schemeClr val="bg1"/>
              </a:solidFill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1600" kern="100" dirty="0">
                <a:solidFill>
                  <a:schemeClr val="bg1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Switches do NOT “push voltage”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1600" kern="100" dirty="0">
                <a:solidFill>
                  <a:schemeClr val="bg1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 — they only allow or block current</a:t>
            </a:r>
            <a:endParaRPr lang="zh-TW" altLang="zh-TW" sz="1600" kern="100" dirty="0">
              <a:solidFill>
                <a:schemeClr val="bg1"/>
              </a:solidFill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6" name="content_2">
            <a:extLst>
              <a:ext uri="{FF2B5EF4-FFF2-40B4-BE49-F238E27FC236}">
                <a16:creationId xmlns:a16="http://schemas.microsoft.com/office/drawing/2014/main" id="{064AE6A9-7FF9-3098-89AB-E407FCBFBA58}"/>
              </a:ext>
            </a:extLst>
          </p:cNvPr>
          <p:cNvSpPr txBox="1"/>
          <p:nvPr/>
        </p:nvSpPr>
        <p:spPr>
          <a:xfrm>
            <a:off x="7657784" y="2661365"/>
            <a:ext cx="4182701" cy="34475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800"/>
              </a:spcAft>
            </a:pPr>
            <a:r>
              <a:rPr lang="en-US" altLang="zh-TW" sz="1600" b="1" kern="100" dirty="0">
                <a:effectLst/>
                <a:latin typeface="Segoe UI Emoji" panose="020B0502040204020203" pitchFamily="34" charset="0"/>
                <a:ea typeface="新細明體" panose="02020500000000000000" pitchFamily="18" charset="-120"/>
                <a:cs typeface="Segoe UI Emoji" panose="020B0502040204020203" pitchFamily="34" charset="0"/>
              </a:rPr>
              <a:t>🔋</a:t>
            </a:r>
            <a:r>
              <a:rPr lang="en-US" altLang="zh-TW" sz="1600" b="1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 Battery</a:t>
            </a:r>
            <a:endParaRPr lang="zh-TW" altLang="zh-TW" sz="16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lvl="0" algn="r">
              <a:lnSpc>
                <a:spcPct val="115000"/>
              </a:lnSpc>
              <a:spcAft>
                <a:spcPts val="800"/>
              </a:spcAft>
              <a:buSzPts val="1000"/>
              <a:tabLst>
                <a:tab pos="457200" algn="l"/>
              </a:tabLst>
            </a:pPr>
            <a:r>
              <a:rPr lang="en-US" altLang="zh-TW" sz="16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Fixed voltage</a:t>
            </a:r>
            <a:endParaRPr lang="zh-TW" altLang="zh-TW" sz="16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lvl="0" algn="r">
              <a:lnSpc>
                <a:spcPct val="115000"/>
              </a:lnSpc>
              <a:spcAft>
                <a:spcPts val="800"/>
              </a:spcAft>
              <a:buSzPts val="1000"/>
              <a:tabLst>
                <a:tab pos="457200" algn="l"/>
              </a:tabLst>
            </a:pPr>
            <a:r>
              <a:rPr lang="en-US" altLang="zh-TW" sz="16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Limited current</a:t>
            </a:r>
            <a:endParaRPr lang="zh-TW" altLang="zh-TW" sz="16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lvl="0" algn="r">
              <a:lnSpc>
                <a:spcPct val="115000"/>
              </a:lnSpc>
              <a:spcAft>
                <a:spcPts val="800"/>
              </a:spcAft>
              <a:buSzPts val="1000"/>
              <a:tabLst>
                <a:tab pos="457200" algn="l"/>
              </a:tabLst>
            </a:pPr>
            <a:r>
              <a:rPr lang="en-US" altLang="zh-TW" sz="16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Slowly drains</a:t>
            </a:r>
            <a:endParaRPr lang="zh-TW" altLang="zh-TW" sz="16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algn="r">
              <a:lnSpc>
                <a:spcPct val="115000"/>
              </a:lnSpc>
              <a:spcAft>
                <a:spcPts val="800"/>
              </a:spcAft>
            </a:pPr>
            <a:r>
              <a:rPr lang="en-US" altLang="zh-TW" sz="1600" b="1" kern="100" dirty="0">
                <a:effectLst/>
                <a:latin typeface="Segoe UI Emoji" panose="020B0502040204020203" pitchFamily="34" charset="0"/>
                <a:ea typeface="新細明體" panose="02020500000000000000" pitchFamily="18" charset="-120"/>
                <a:cs typeface="Segoe UI Emoji" panose="020B0502040204020203" pitchFamily="34" charset="0"/>
              </a:rPr>
              <a:t>🔌</a:t>
            </a:r>
            <a:r>
              <a:rPr lang="en-US" altLang="zh-TW" sz="1600" b="1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 Power supply</a:t>
            </a:r>
            <a:endParaRPr lang="zh-TW" altLang="zh-TW" sz="16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lvl="0" algn="r">
              <a:lnSpc>
                <a:spcPct val="115000"/>
              </a:lnSpc>
              <a:spcAft>
                <a:spcPts val="800"/>
              </a:spcAft>
              <a:buSzPts val="1000"/>
              <a:tabLst>
                <a:tab pos="457200" algn="l"/>
              </a:tabLst>
            </a:pPr>
            <a:r>
              <a:rPr lang="en-US" altLang="zh-TW" sz="16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Stable voltage</a:t>
            </a:r>
            <a:endParaRPr lang="zh-TW" altLang="zh-TW" sz="16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lvl="0" algn="r">
              <a:lnSpc>
                <a:spcPct val="115000"/>
              </a:lnSpc>
              <a:spcAft>
                <a:spcPts val="800"/>
              </a:spcAft>
              <a:buSzPts val="1000"/>
              <a:tabLst>
                <a:tab pos="457200" algn="l"/>
              </a:tabLst>
            </a:pPr>
            <a:r>
              <a:rPr lang="en-US" altLang="zh-TW" sz="16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Can supply more current</a:t>
            </a:r>
            <a:endParaRPr lang="zh-TW" altLang="zh-TW" sz="16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lvl="0" algn="r">
              <a:lnSpc>
                <a:spcPct val="115000"/>
              </a:lnSpc>
              <a:spcAft>
                <a:spcPts val="800"/>
              </a:spcAft>
              <a:buSzPts val="1000"/>
              <a:tabLst>
                <a:tab pos="457200" algn="l"/>
              </a:tabLst>
            </a:pPr>
            <a:r>
              <a:rPr lang="en-US" altLang="zh-TW" sz="16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Used in labs and real products</a:t>
            </a:r>
            <a:endParaRPr lang="zh-TW" altLang="zh-TW" sz="16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lvl="0" algn="r">
              <a:lnSpc>
                <a:spcPct val="115000"/>
              </a:lnSpc>
              <a:spcAft>
                <a:spcPts val="800"/>
              </a:spcAft>
              <a:buSzPts val="1000"/>
              <a:tabLst>
                <a:tab pos="457200" algn="l"/>
              </a:tabLst>
            </a:pPr>
            <a:r>
              <a:rPr lang="en-US" altLang="zh-TW" sz="16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Reference voltage adjustment</a:t>
            </a:r>
            <a:endParaRPr lang="zh-TW" altLang="zh-TW" sz="16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2" name="title_content_1">
            <a:extLst>
              <a:ext uri="{FF2B5EF4-FFF2-40B4-BE49-F238E27FC236}">
                <a16:creationId xmlns:a16="http://schemas.microsoft.com/office/drawing/2014/main" id="{C503BB02-576A-449D-7E42-3B8EBFBB4FD7}"/>
              </a:ext>
            </a:extLst>
          </p:cNvPr>
          <p:cNvSpPr txBox="1"/>
          <p:nvPr/>
        </p:nvSpPr>
        <p:spPr>
          <a:xfrm>
            <a:off x="601824" y="339486"/>
            <a:ext cx="3641233" cy="30777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altLang="zh-TW" sz="2000" b="1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Switches &amp; Buttons</a:t>
            </a:r>
            <a:endParaRPr lang="zh-TW" altLang="zh-TW" sz="20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3" name="title_content_2">
            <a:extLst>
              <a:ext uri="{FF2B5EF4-FFF2-40B4-BE49-F238E27FC236}">
                <a16:creationId xmlns:a16="http://schemas.microsoft.com/office/drawing/2014/main" id="{FCDBBDE1-7BE9-B5C5-C19C-5A5FF890AFE5}"/>
              </a:ext>
            </a:extLst>
          </p:cNvPr>
          <p:cNvSpPr txBox="1"/>
          <p:nvPr/>
        </p:nvSpPr>
        <p:spPr>
          <a:xfrm>
            <a:off x="8691419" y="2121761"/>
            <a:ext cx="3080186" cy="30284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800"/>
              </a:spcAft>
            </a:pPr>
            <a:r>
              <a:rPr lang="en-US" altLang="zh-TW" sz="1800" b="1" kern="100" dirty="0">
                <a:solidFill>
                  <a:srgbClr val="0057CC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Batteries vs Power Supplies</a:t>
            </a:r>
            <a:endParaRPr lang="zh-TW" altLang="zh-TW" sz="1800" kern="100" dirty="0">
              <a:solidFill>
                <a:srgbClr val="0057CC"/>
              </a:solidFill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9354391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剪去同側角落">
            <a:extLst>
              <a:ext uri="{FF2B5EF4-FFF2-40B4-BE49-F238E27FC236}">
                <a16:creationId xmlns:a16="http://schemas.microsoft.com/office/drawing/2014/main" id="{B75BE523-0625-07DE-3900-9DA5D3F7081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5400000">
            <a:off x="667512" y="-439268"/>
            <a:ext cx="630936" cy="1965960"/>
          </a:xfrm>
          <a:prstGeom prst="snip2Same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title"/>
          <p:cNvSpPr txBox="1"/>
          <p:nvPr/>
        </p:nvSpPr>
        <p:spPr>
          <a:xfrm>
            <a:off x="376574" y="318233"/>
            <a:ext cx="1488802" cy="45095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667"/>
              </a:lnSpc>
            </a:pPr>
            <a:r>
              <a:rPr kumimoji="0" lang="en-US" altLang="zh-TW" sz="28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Polarity</a:t>
            </a:r>
            <a:endParaRPr lang="en-US" sz="2800" dirty="0">
              <a:solidFill>
                <a:schemeClr val="bg1"/>
              </a:solidFill>
              <a:latin typeface="+mj-lt"/>
              <a:ea typeface="Raleway"/>
              <a:cs typeface="Raleway"/>
              <a:sym typeface="Raleway"/>
            </a:endParaRPr>
          </a:p>
        </p:txBody>
      </p:sp>
      <p:graphicFrame>
        <p:nvGraphicFramePr>
          <p:cNvPr id="4" name="sheet_1">
            <a:extLst>
              <a:ext uri="{FF2B5EF4-FFF2-40B4-BE49-F238E27FC236}">
                <a16:creationId xmlns:a16="http://schemas.microsoft.com/office/drawing/2014/main" id="{F76BEE3E-3E9C-8C85-1AF3-C8FC96E30F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3350972"/>
              </p:ext>
            </p:extLst>
          </p:nvPr>
        </p:nvGraphicFramePr>
        <p:xfrm>
          <a:off x="2439125" y="1351826"/>
          <a:ext cx="7057960" cy="415434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3528980">
                  <a:extLst>
                    <a:ext uri="{9D8B030D-6E8A-4147-A177-3AD203B41FA5}">
                      <a16:colId xmlns:a16="http://schemas.microsoft.com/office/drawing/2014/main" val="3327352369"/>
                    </a:ext>
                  </a:extLst>
                </a:gridCol>
                <a:gridCol w="3528980">
                  <a:extLst>
                    <a:ext uri="{9D8B030D-6E8A-4147-A177-3AD203B41FA5}">
                      <a16:colId xmlns:a16="http://schemas.microsoft.com/office/drawing/2014/main" val="3328497609"/>
                    </a:ext>
                  </a:extLst>
                </a:gridCol>
              </a:tblGrid>
              <a:tr h="825906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2000" kern="100" dirty="0">
                          <a:effectLst/>
                        </a:rPr>
                        <a:t>Component</a:t>
                      </a:r>
                      <a:endParaRPr lang="zh-TW" sz="2000" kern="100" dirty="0">
                        <a:effectLst/>
                        <a:latin typeface="Aptos" panose="020B0004020202020204" pitchFamily="34" charset="0"/>
                        <a:ea typeface="新細明體" panose="02020500000000000000" pitchFamily="18" charset="-12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2000" kern="100" dirty="0">
                          <a:effectLst/>
                        </a:rPr>
                        <a:t>Has polarity?</a:t>
                      </a:r>
                      <a:endParaRPr lang="zh-TW" sz="2000" kern="100" dirty="0">
                        <a:effectLst/>
                        <a:latin typeface="Aptos" panose="020B0004020202020204" pitchFamily="34" charset="0"/>
                        <a:ea typeface="新細明體" panose="02020500000000000000" pitchFamily="18" charset="-12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738060310"/>
                  </a:ext>
                </a:extLst>
              </a:tr>
              <a:tr h="82687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2000" kern="100">
                          <a:effectLst/>
                        </a:rPr>
                        <a:t>Resistor</a:t>
                      </a:r>
                      <a:endParaRPr lang="zh-TW" sz="2000" kern="100">
                        <a:effectLst/>
                        <a:latin typeface="Aptos" panose="020B0004020202020204" pitchFamily="34" charset="0"/>
                        <a:ea typeface="新細明體" panose="02020500000000000000" pitchFamily="18" charset="-12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2000" kern="100">
                          <a:effectLst/>
                        </a:rPr>
                        <a:t>❌</a:t>
                      </a:r>
                      <a:endParaRPr lang="zh-TW" sz="2000" kern="100">
                        <a:effectLst/>
                        <a:latin typeface="Aptos" panose="020B0004020202020204" pitchFamily="34" charset="0"/>
                        <a:ea typeface="新細明體" panose="02020500000000000000" pitchFamily="18" charset="-12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518126648"/>
                  </a:ext>
                </a:extLst>
              </a:tr>
              <a:tr h="847829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2000" kern="100">
                          <a:effectLst/>
                        </a:rPr>
                        <a:t>Capacitor (electrolytic)</a:t>
                      </a:r>
                      <a:endParaRPr lang="zh-TW" sz="2000" kern="100">
                        <a:effectLst/>
                        <a:latin typeface="Aptos" panose="020B0004020202020204" pitchFamily="34" charset="0"/>
                        <a:ea typeface="新細明體" panose="02020500000000000000" pitchFamily="18" charset="-12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2000" kern="100">
                          <a:effectLst/>
                        </a:rPr>
                        <a:t>✅</a:t>
                      </a:r>
                      <a:endParaRPr lang="zh-TW" sz="2000" kern="100">
                        <a:effectLst/>
                        <a:latin typeface="Aptos" panose="020B0004020202020204" pitchFamily="34" charset="0"/>
                        <a:ea typeface="新細明體" panose="02020500000000000000" pitchFamily="18" charset="-12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575947392"/>
                  </a:ext>
                </a:extLst>
              </a:tr>
              <a:tr h="82687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2000" kern="100">
                          <a:effectLst/>
                        </a:rPr>
                        <a:t>Diode / LED</a:t>
                      </a:r>
                      <a:endParaRPr lang="zh-TW" sz="2000" kern="100">
                        <a:effectLst/>
                        <a:latin typeface="Aptos" panose="020B0004020202020204" pitchFamily="34" charset="0"/>
                        <a:ea typeface="新細明體" panose="02020500000000000000" pitchFamily="18" charset="-12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2000" kern="100">
                          <a:effectLst/>
                        </a:rPr>
                        <a:t>✅</a:t>
                      </a:r>
                      <a:endParaRPr lang="zh-TW" sz="2000" kern="100">
                        <a:effectLst/>
                        <a:latin typeface="Aptos" panose="020B0004020202020204" pitchFamily="34" charset="0"/>
                        <a:ea typeface="新細明體" panose="02020500000000000000" pitchFamily="18" charset="-12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575566869"/>
                  </a:ext>
                </a:extLst>
              </a:tr>
              <a:tr h="82687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2000" kern="100">
                          <a:effectLst/>
                        </a:rPr>
                        <a:t>Battery</a:t>
                      </a:r>
                      <a:endParaRPr lang="zh-TW" sz="2000" kern="100">
                        <a:effectLst/>
                        <a:latin typeface="Aptos" panose="020B0004020202020204" pitchFamily="34" charset="0"/>
                        <a:ea typeface="新細明體" panose="02020500000000000000" pitchFamily="18" charset="-12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2000" kern="100" dirty="0">
                          <a:effectLst/>
                        </a:rPr>
                        <a:t>✅</a:t>
                      </a:r>
                      <a:endParaRPr lang="zh-TW" sz="2000" kern="100" dirty="0">
                        <a:effectLst/>
                        <a:latin typeface="Aptos" panose="020B0004020202020204" pitchFamily="34" charset="0"/>
                        <a:ea typeface="新細明體" panose="02020500000000000000" pitchFamily="18" charset="-12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23887898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211819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: 剪去同側角落">
            <a:extLst>
              <a:ext uri="{FF2B5EF4-FFF2-40B4-BE49-F238E27FC236}">
                <a16:creationId xmlns:a16="http://schemas.microsoft.com/office/drawing/2014/main" id="{7DD451AF-4BE3-F133-220D-15D8F4777B7F}"/>
              </a:ext>
            </a:extLst>
          </p:cNvPr>
          <p:cNvSpPr>
            <a:spLocks/>
          </p:cNvSpPr>
          <p:nvPr/>
        </p:nvSpPr>
        <p:spPr>
          <a:xfrm rot="5400000">
            <a:off x="1803043" y="-1574799"/>
            <a:ext cx="630936" cy="4237022"/>
          </a:xfrm>
          <a:prstGeom prst="snip2Same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" name="title">
            <a:extLst>
              <a:ext uri="{FF2B5EF4-FFF2-40B4-BE49-F238E27FC236}">
                <a16:creationId xmlns:a16="http://schemas.microsoft.com/office/drawing/2014/main" id="{4D295F0A-4B33-7EE4-3A92-97EB6962CF5D}"/>
              </a:ext>
            </a:extLst>
          </p:cNvPr>
          <p:cNvSpPr txBox="1"/>
          <p:nvPr/>
        </p:nvSpPr>
        <p:spPr>
          <a:xfrm>
            <a:off x="276986" y="281007"/>
            <a:ext cx="4394602" cy="47109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2800" b="1" kern="100" dirty="0">
                <a:solidFill>
                  <a:schemeClr val="bg1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Decoupling capacitors</a:t>
            </a:r>
            <a:endParaRPr lang="zh-TW" altLang="zh-TW" sz="2800" kern="100" dirty="0">
              <a:solidFill>
                <a:schemeClr val="bg1"/>
              </a:solidFill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9" name="content">
            <a:extLst>
              <a:ext uri="{FF2B5EF4-FFF2-40B4-BE49-F238E27FC236}">
                <a16:creationId xmlns:a16="http://schemas.microsoft.com/office/drawing/2014/main" id="{B328E9C1-4D32-5B78-02D9-93DA0D3A1E85}"/>
              </a:ext>
            </a:extLst>
          </p:cNvPr>
          <p:cNvSpPr txBox="1"/>
          <p:nvPr/>
        </p:nvSpPr>
        <p:spPr>
          <a:xfrm>
            <a:off x="877355" y="1650275"/>
            <a:ext cx="5146217" cy="35574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2400" b="1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Near every IC, Why?</a:t>
            </a: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TW" sz="24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ICs need stable voltage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TW" sz="24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Capacitors absorb noise and spikes</a:t>
            </a: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24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Beginner takeaway: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24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Capacitors are “local energy buffers”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pic>
        <p:nvPicPr>
          <p:cNvPr id="13" name="img" descr="一張含有 電子產品, 電路, 電子元件, 電路元件 的圖片&#10;&#10;AI 產生的內容可能不正確。">
            <a:extLst>
              <a:ext uri="{FF2B5EF4-FFF2-40B4-BE49-F238E27FC236}">
                <a16:creationId xmlns:a16="http://schemas.microsoft.com/office/drawing/2014/main" id="{D05F9D7F-CA52-F6F8-435B-90A6E7480A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5202" y="1850356"/>
            <a:ext cx="4750963" cy="3157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20020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圖片 9">
            <a:extLst>
              <a:ext uri="{FF2B5EF4-FFF2-40B4-BE49-F238E27FC236}">
                <a16:creationId xmlns:a16="http://schemas.microsoft.com/office/drawing/2014/main" id="{FF316DEE-5F98-8A4D-5297-D7B97B575D27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0" y="-95410"/>
            <a:ext cx="12192000" cy="3458423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C70ACC9C-8F3C-C68A-2380-41DF395E13D1}"/>
              </a:ext>
            </a:extLst>
          </p:cNvPr>
          <p:cNvSpPr/>
          <p:nvPr/>
        </p:nvSpPr>
        <p:spPr>
          <a:xfrm>
            <a:off x="1883121" y="2001320"/>
            <a:ext cx="8202440" cy="3458423"/>
          </a:xfrm>
          <a:prstGeom prst="rect">
            <a:avLst/>
          </a:prstGeom>
          <a:solidFill>
            <a:srgbClr val="0057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" name="title">
            <a:extLst>
              <a:ext uri="{FF2B5EF4-FFF2-40B4-BE49-F238E27FC236}">
                <a16:creationId xmlns:a16="http://schemas.microsoft.com/office/drawing/2014/main" id="{4D295F0A-4B33-7EE4-3A92-97EB6962CF5D}"/>
              </a:ext>
            </a:extLst>
          </p:cNvPr>
          <p:cNvSpPr txBox="1"/>
          <p:nvPr/>
        </p:nvSpPr>
        <p:spPr>
          <a:xfrm>
            <a:off x="2172832" y="2153929"/>
            <a:ext cx="7785980" cy="47109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lang="en-US" altLang="zh-TW" sz="2800" b="1" kern="100" dirty="0">
                <a:solidFill>
                  <a:schemeClr val="bg1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Decoupling capacitors</a:t>
            </a:r>
            <a:endParaRPr lang="zh-TW" altLang="zh-TW" sz="2800" kern="100" dirty="0">
              <a:solidFill>
                <a:schemeClr val="bg1"/>
              </a:solidFill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9" name="content">
            <a:extLst>
              <a:ext uri="{FF2B5EF4-FFF2-40B4-BE49-F238E27FC236}">
                <a16:creationId xmlns:a16="http://schemas.microsoft.com/office/drawing/2014/main" id="{B328E9C1-4D32-5B78-02D9-93DA0D3A1E85}"/>
              </a:ext>
            </a:extLst>
          </p:cNvPr>
          <p:cNvSpPr txBox="1"/>
          <p:nvPr/>
        </p:nvSpPr>
        <p:spPr>
          <a:xfrm>
            <a:off x="2172832" y="3049544"/>
            <a:ext cx="7623017" cy="15507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2400" b="1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Near every IC, Why?</a:t>
            </a: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TW" sz="24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ICs need stable voltage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TW" sz="24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Capacitors absorb noise and spikes</a:t>
            </a:r>
          </a:p>
        </p:txBody>
      </p:sp>
    </p:spTree>
    <p:extLst>
      <p:ext uri="{BB962C8B-B14F-4D97-AF65-F5344CB8AC3E}">
        <p14:creationId xmlns:p14="http://schemas.microsoft.com/office/powerpoint/2010/main" val="6628380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矩形 11">
            <a:extLst>
              <a:ext uri="{FF2B5EF4-FFF2-40B4-BE49-F238E27FC236}">
                <a16:creationId xmlns:a16="http://schemas.microsoft.com/office/drawing/2014/main" id="{80FEE1B6-AF0C-1685-2DCA-776DFBE8A6D5}"/>
              </a:ext>
            </a:extLst>
          </p:cNvPr>
          <p:cNvSpPr/>
          <p:nvPr/>
        </p:nvSpPr>
        <p:spPr>
          <a:xfrm rot="5400000">
            <a:off x="1333500" y="-1333500"/>
            <a:ext cx="3429000" cy="6096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item_1">
            <a:extLst>
              <a:ext uri="{FF2B5EF4-FFF2-40B4-BE49-F238E27FC236}">
                <a16:creationId xmlns:a16="http://schemas.microsoft.com/office/drawing/2014/main" id="{949C462B-3A22-A901-1BCC-A4B09F2896E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 rot="5400000">
            <a:off x="-918524" y="1216275"/>
            <a:ext cx="2750848" cy="4960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2400" b="1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 Pull-up resistors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17" name="content_1">
            <a:extLst>
              <a:ext uri="{FF2B5EF4-FFF2-40B4-BE49-F238E27FC236}">
                <a16:creationId xmlns:a16="http://schemas.microsoft.com/office/drawing/2014/main" id="{9802D5D0-1B3D-B236-8BD0-B25B4E5C2545}"/>
              </a:ext>
            </a:extLst>
          </p:cNvPr>
          <p:cNvSpPr txBox="1"/>
          <p:nvPr/>
        </p:nvSpPr>
        <p:spPr>
          <a:xfrm>
            <a:off x="960687" y="276458"/>
            <a:ext cx="4631526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fontAlgn="t">
              <a:buFont typeface="Arial" panose="020B0604020202020204" pitchFamily="34" charset="0"/>
              <a:buChar char="•"/>
            </a:pPr>
            <a:r>
              <a:rPr lang="en-US" altLang="zh-TW" sz="2000" b="0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When the switch/transistor is </a:t>
            </a:r>
            <a:r>
              <a:rPr lang="en-US" altLang="zh-TW" sz="2000" b="1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open</a:t>
            </a:r>
            <a:r>
              <a:rPr lang="en-US" altLang="zh-TW" sz="2000" b="0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 </a:t>
            </a:r>
          </a:p>
          <a:p>
            <a:pPr fontAlgn="t"/>
            <a:r>
              <a:rPr lang="en-US" altLang="zh-TW" sz="2000" b="0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→ signal is pulled </a:t>
            </a:r>
            <a:r>
              <a:rPr lang="en-US" altLang="zh-TW" sz="2000" b="1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HIGH</a:t>
            </a:r>
          </a:p>
          <a:p>
            <a:pPr fontAlgn="t"/>
            <a:endParaRPr lang="en-US" altLang="zh-TW" sz="2000" b="0" i="0" dirty="0">
              <a:solidFill>
                <a:schemeClr val="bg1"/>
              </a:solidFill>
              <a:effectLst/>
              <a:latin typeface="Segoe UI" panose="020B0502040204020203" pitchFamily="34" charset="0"/>
            </a:endParaRPr>
          </a:p>
          <a:p>
            <a:pPr marL="285750" indent="-285750" fontAlgn="t">
              <a:buFont typeface="Arial" panose="020B0604020202020204" pitchFamily="34" charset="0"/>
              <a:buChar char="•"/>
            </a:pPr>
            <a:r>
              <a:rPr lang="en-US" altLang="zh-TW" sz="2000" b="0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When the switch/transistor is </a:t>
            </a:r>
            <a:r>
              <a:rPr lang="en-US" altLang="zh-TW" sz="2000" b="1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closed to ground</a:t>
            </a:r>
            <a:r>
              <a:rPr lang="en-US" altLang="zh-TW" sz="2000" b="0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 </a:t>
            </a:r>
          </a:p>
          <a:p>
            <a:pPr fontAlgn="t"/>
            <a:r>
              <a:rPr lang="en-US" altLang="zh-TW" sz="2000" b="0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→ signal becomes </a:t>
            </a:r>
            <a:r>
              <a:rPr lang="en-US" altLang="zh-TW" sz="2000" b="1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LOW</a:t>
            </a:r>
          </a:p>
          <a:p>
            <a:pPr fontAlgn="t"/>
            <a:endParaRPr lang="en-US" altLang="zh-TW" sz="2000" b="0" i="0" dirty="0">
              <a:solidFill>
                <a:schemeClr val="bg1"/>
              </a:solidFill>
              <a:effectLst/>
              <a:latin typeface="Segoe UI" panose="020B0502040204020203" pitchFamily="34" charset="0"/>
            </a:endParaRPr>
          </a:p>
          <a:p>
            <a:pPr fontAlgn="t"/>
            <a:r>
              <a:rPr lang="en-US" altLang="zh-TW" sz="2000" b="0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The resistor limits current so you don’t short </a:t>
            </a:r>
            <a:r>
              <a:rPr lang="en-US" altLang="zh-TW" sz="2000" b="0" i="0" dirty="0" err="1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Vcc</a:t>
            </a:r>
            <a:r>
              <a:rPr lang="en-US" altLang="zh-TW" sz="2000" b="0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 to ground.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92E31E74-3A46-2CE5-2576-6F119566ED1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5400000">
            <a:off x="7574402" y="1946893"/>
            <a:ext cx="3139397" cy="6096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8" name="content_2">
            <a:extLst>
              <a:ext uri="{FF2B5EF4-FFF2-40B4-BE49-F238E27FC236}">
                <a16:creationId xmlns:a16="http://schemas.microsoft.com/office/drawing/2014/main" id="{F9DD23FF-FA3F-A947-3E52-C9177192BB28}"/>
              </a:ext>
            </a:extLst>
          </p:cNvPr>
          <p:cNvSpPr txBox="1"/>
          <p:nvPr/>
        </p:nvSpPr>
        <p:spPr>
          <a:xfrm>
            <a:off x="6787947" y="3713859"/>
            <a:ext cx="4712305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 rtl="0" eaLnBrk="1" fontAlgn="t" latinLnBrk="0" hangingPunct="1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zh-TW" sz="2000" i="0" u="none" strike="noStrike" kern="1200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Nothing driving the line</a:t>
            </a:r>
            <a:endParaRPr lang="en-US" altLang="zh-TW" sz="2000" dirty="0">
              <a:solidFill>
                <a:schemeClr val="bg1"/>
              </a:solidFill>
              <a:latin typeface="Segoe UI" panose="020B0502040204020203" pitchFamily="34" charset="0"/>
              <a:ea typeface="微軟正黑體" panose="020B0604030504040204" pitchFamily="34" charset="-120"/>
            </a:endParaRPr>
          </a:p>
          <a:p>
            <a:pPr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TW" sz="2000" b="0" i="0" u="none" strike="noStrike" kern="1200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→ resistor pulls signal </a:t>
            </a:r>
            <a:r>
              <a:rPr lang="en-US" altLang="zh-TW" sz="2000" b="1" i="0" u="none" strike="noStrike" kern="1200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LOW</a:t>
            </a:r>
            <a:r>
              <a:rPr lang="en-US" altLang="zh-TW" sz="2000" b="0" i="0" u="none" strike="noStrike" kern="1200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 </a:t>
            </a: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endParaRPr lang="en-US" altLang="zh-TW" sz="2000" dirty="0">
              <a:solidFill>
                <a:schemeClr val="bg1"/>
              </a:solidFill>
              <a:latin typeface="Segoe UI" panose="020B0502040204020203" pitchFamily="34" charset="0"/>
              <a:ea typeface="微軟正黑體" panose="020B0604030504040204" pitchFamily="34" charset="-120"/>
            </a:endParaRPr>
          </a:p>
          <a:p>
            <a:pPr marL="285750" indent="-285750" algn="l" rtl="0" eaLnBrk="1" fontAlgn="t" latinLnBrk="0" hangingPunct="1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zh-TW" sz="2000" i="0" u="none" strike="noStrike" kern="1200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Switch or output drives to </a:t>
            </a:r>
            <a:r>
              <a:rPr lang="en-US" altLang="zh-TW" sz="2000" i="0" u="none" strike="noStrike" kern="1200" dirty="0" err="1">
                <a:solidFill>
                  <a:schemeClr val="bg1"/>
                </a:solidFill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Vcc</a:t>
            </a:r>
            <a:r>
              <a:rPr lang="en-US" altLang="zh-TW" sz="2000" i="0" u="none" strike="noStrike" kern="1200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 </a:t>
            </a:r>
          </a:p>
          <a:p>
            <a:pPr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TW" sz="2000" b="0" i="0" u="none" strike="noStrike" kern="1200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→ signal becomes </a:t>
            </a:r>
            <a:r>
              <a:rPr lang="en-US" altLang="zh-TW" sz="2000" b="1" i="0" u="none" strike="noStrike" kern="1200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HIGH</a:t>
            </a: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endParaRPr lang="en-US" altLang="zh-TW" sz="2000" dirty="0">
              <a:solidFill>
                <a:schemeClr val="bg1"/>
              </a:solidFill>
              <a:latin typeface="Segoe UI" panose="020B0502040204020203" pitchFamily="34" charset="0"/>
              <a:ea typeface="微軟正黑體" panose="020B0604030504040204" pitchFamily="34" charset="-120"/>
            </a:endParaRP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TW" sz="2000" b="0" i="0" u="none" strike="noStrike" kern="1200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The resistor limits current and prevents a short</a:t>
            </a:r>
            <a:endParaRPr lang="zh-TW" altLang="zh-TW" sz="2000" b="0" i="0" u="none" strike="noStrike" dirty="0">
              <a:solidFill>
                <a:schemeClr val="bg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item_2">
            <a:extLst>
              <a:ext uri="{FF2B5EF4-FFF2-40B4-BE49-F238E27FC236}">
                <a16:creationId xmlns:a16="http://schemas.microsoft.com/office/drawing/2014/main" id="{016973FF-9627-54C1-4BE8-E937D7FC559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 rot="5400000">
            <a:off x="10181411" y="4952352"/>
            <a:ext cx="3315198" cy="4960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2400" b="1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Pull-down resistors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7622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" name="直線接點 12">
            <a:extLst>
              <a:ext uri="{FF2B5EF4-FFF2-40B4-BE49-F238E27FC236}">
                <a16:creationId xmlns:a16="http://schemas.microsoft.com/office/drawing/2014/main" id="{86901B21-A610-EA9F-68FC-A6B8DA7A7532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6096000" y="0"/>
            <a:ext cx="0" cy="2902706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線接點 15">
            <a:extLst>
              <a:ext uri="{FF2B5EF4-FFF2-40B4-BE49-F238E27FC236}">
                <a16:creationId xmlns:a16="http://schemas.microsoft.com/office/drawing/2014/main" id="{D005CD6B-493D-3C00-6CB1-CA0FB1F6442C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6096000" y="3643956"/>
            <a:ext cx="0" cy="2902706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線接點 17">
            <a:extLst>
              <a:ext uri="{FF2B5EF4-FFF2-40B4-BE49-F238E27FC236}">
                <a16:creationId xmlns:a16="http://schemas.microsoft.com/office/drawing/2014/main" id="{577EF8D1-5014-8C39-64B5-318A687AEFA5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0" y="3254904"/>
            <a:ext cx="3105339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接點 18">
            <a:extLst>
              <a:ext uri="{FF2B5EF4-FFF2-40B4-BE49-F238E27FC236}">
                <a16:creationId xmlns:a16="http://schemas.microsoft.com/office/drawing/2014/main" id="{227D0D92-3FE4-7DE1-1A1F-558F96DAF4BA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9086661" y="3254904"/>
            <a:ext cx="3105339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content_1">
            <a:extLst>
              <a:ext uri="{FF2B5EF4-FFF2-40B4-BE49-F238E27FC236}">
                <a16:creationId xmlns:a16="http://schemas.microsoft.com/office/drawing/2014/main" id="{BB479FBF-DC86-C240-17B6-316ED10745F0}"/>
              </a:ext>
            </a:extLst>
          </p:cNvPr>
          <p:cNvSpPr txBox="1"/>
          <p:nvPr/>
        </p:nvSpPr>
        <p:spPr>
          <a:xfrm>
            <a:off x="1164882" y="336009"/>
            <a:ext cx="3508216" cy="20780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2400" b="1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Power block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TW" sz="24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Regulator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TW" sz="24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Capacitors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TW" sz="24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Protection diode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23" name="content_2">
            <a:extLst>
              <a:ext uri="{FF2B5EF4-FFF2-40B4-BE49-F238E27FC236}">
                <a16:creationId xmlns:a16="http://schemas.microsoft.com/office/drawing/2014/main" id="{58F6ED3F-4A5E-FBEE-C277-D02AE1DDBCDF}"/>
              </a:ext>
            </a:extLst>
          </p:cNvPr>
          <p:cNvSpPr txBox="1"/>
          <p:nvPr/>
        </p:nvSpPr>
        <p:spPr>
          <a:xfrm>
            <a:off x="7310673" y="288669"/>
            <a:ext cx="3487843" cy="20780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2400" b="1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Input block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TW" sz="24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Connector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TW" sz="24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Resistor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TW" sz="24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Filter capacitor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25" name="content_3">
            <a:extLst>
              <a:ext uri="{FF2B5EF4-FFF2-40B4-BE49-F238E27FC236}">
                <a16:creationId xmlns:a16="http://schemas.microsoft.com/office/drawing/2014/main" id="{A2018948-F96E-14D4-6084-7EB021340CCE}"/>
              </a:ext>
            </a:extLst>
          </p:cNvPr>
          <p:cNvSpPr txBox="1"/>
          <p:nvPr/>
        </p:nvSpPr>
        <p:spPr>
          <a:xfrm>
            <a:off x="1164882" y="3778733"/>
            <a:ext cx="3419588" cy="15507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2400" b="1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Processing block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TW" sz="24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IC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TW" sz="24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Supporting parts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27" name="content_4">
            <a:extLst>
              <a:ext uri="{FF2B5EF4-FFF2-40B4-BE49-F238E27FC236}">
                <a16:creationId xmlns:a16="http://schemas.microsoft.com/office/drawing/2014/main" id="{C475F367-E10B-C181-3221-132C497ADFB8}"/>
              </a:ext>
            </a:extLst>
          </p:cNvPr>
          <p:cNvSpPr txBox="1"/>
          <p:nvPr/>
        </p:nvSpPr>
        <p:spPr>
          <a:xfrm>
            <a:off x="7138657" y="3778733"/>
            <a:ext cx="4047535" cy="15507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2400" b="1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Output block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TW" sz="24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Transistor / IC pin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TW" sz="24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Load (LED, motor)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12" name="title"/>
          <p:cNvSpPr txBox="1"/>
          <p:nvPr/>
        </p:nvSpPr>
        <p:spPr>
          <a:xfrm>
            <a:off x="3218129" y="2902706"/>
            <a:ext cx="7467600" cy="631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5334"/>
              </a:lnSpc>
              <a:spcBef>
                <a:spcPct val="0"/>
              </a:spcBef>
            </a:pPr>
            <a:r>
              <a:rPr lang="en-US" altLang="zh-TW" sz="3600" b="1" kern="100" dirty="0">
                <a:solidFill>
                  <a:srgbClr val="0057CC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Common schematic blocks</a:t>
            </a:r>
            <a:endParaRPr lang="en-US" sz="3600" spc="-160" dirty="0">
              <a:solidFill>
                <a:srgbClr val="0057CC"/>
              </a:solidFill>
              <a:ea typeface="ITC Avant Garde Gothic"/>
              <a:cs typeface="ITC Avant Garde Gothic"/>
              <a:sym typeface="ITC Avant Garde Gothic"/>
            </a:endParaRPr>
          </a:p>
        </p:txBody>
      </p:sp>
    </p:spTree>
    <p:extLst>
      <p:ext uri="{BB962C8B-B14F-4D97-AF65-F5344CB8AC3E}">
        <p14:creationId xmlns:p14="http://schemas.microsoft.com/office/powerpoint/2010/main" val="25823766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矩形 11">
            <a:extLst>
              <a:ext uri="{FF2B5EF4-FFF2-40B4-BE49-F238E27FC236}">
                <a16:creationId xmlns:a16="http://schemas.microsoft.com/office/drawing/2014/main" id="{80FEE1B6-AF0C-1685-2DCA-776DFBE8A6D5}"/>
              </a:ext>
            </a:extLst>
          </p:cNvPr>
          <p:cNvSpPr/>
          <p:nvPr/>
        </p:nvSpPr>
        <p:spPr>
          <a:xfrm rot="5400000">
            <a:off x="1333500" y="-1333500"/>
            <a:ext cx="3429000" cy="6096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item_1">
            <a:extLst>
              <a:ext uri="{FF2B5EF4-FFF2-40B4-BE49-F238E27FC236}">
                <a16:creationId xmlns:a16="http://schemas.microsoft.com/office/drawing/2014/main" id="{949C462B-3A22-A901-1BCC-A4B09F2896E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 rot="5400000">
            <a:off x="-918524" y="1216275"/>
            <a:ext cx="2750848" cy="4960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2400" b="1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 Pull-up resistors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17" name="content_1">
            <a:extLst>
              <a:ext uri="{FF2B5EF4-FFF2-40B4-BE49-F238E27FC236}">
                <a16:creationId xmlns:a16="http://schemas.microsoft.com/office/drawing/2014/main" id="{9802D5D0-1B3D-B236-8BD0-B25B4E5C2545}"/>
              </a:ext>
            </a:extLst>
          </p:cNvPr>
          <p:cNvSpPr txBox="1"/>
          <p:nvPr/>
        </p:nvSpPr>
        <p:spPr>
          <a:xfrm>
            <a:off x="960687" y="276458"/>
            <a:ext cx="4631526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fontAlgn="t">
              <a:buFont typeface="Arial" panose="020B0604020202020204" pitchFamily="34" charset="0"/>
              <a:buChar char="•"/>
            </a:pPr>
            <a:r>
              <a:rPr lang="en-US" altLang="zh-TW" sz="2000" b="0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When the switch/transistor is </a:t>
            </a:r>
            <a:r>
              <a:rPr lang="en-US" altLang="zh-TW" sz="2000" b="1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open</a:t>
            </a:r>
            <a:r>
              <a:rPr lang="en-US" altLang="zh-TW" sz="2000" b="0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 </a:t>
            </a:r>
          </a:p>
          <a:p>
            <a:pPr fontAlgn="t"/>
            <a:r>
              <a:rPr lang="en-US" altLang="zh-TW" sz="2000" b="0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→ signal is pulled </a:t>
            </a:r>
            <a:r>
              <a:rPr lang="en-US" altLang="zh-TW" sz="2000" b="1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HIGH</a:t>
            </a:r>
          </a:p>
          <a:p>
            <a:pPr fontAlgn="t"/>
            <a:endParaRPr lang="en-US" altLang="zh-TW" sz="2000" b="0" i="0" dirty="0">
              <a:solidFill>
                <a:schemeClr val="bg1"/>
              </a:solidFill>
              <a:effectLst/>
              <a:latin typeface="Segoe UI" panose="020B0502040204020203" pitchFamily="34" charset="0"/>
            </a:endParaRPr>
          </a:p>
          <a:p>
            <a:pPr marL="285750" indent="-285750" fontAlgn="t">
              <a:buFont typeface="Arial" panose="020B0604020202020204" pitchFamily="34" charset="0"/>
              <a:buChar char="•"/>
            </a:pPr>
            <a:r>
              <a:rPr lang="en-US" altLang="zh-TW" sz="2000" b="0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When the switch/transistor is </a:t>
            </a:r>
            <a:r>
              <a:rPr lang="en-US" altLang="zh-TW" sz="2000" b="1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closed to ground</a:t>
            </a:r>
            <a:r>
              <a:rPr lang="en-US" altLang="zh-TW" sz="2000" b="0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 </a:t>
            </a:r>
          </a:p>
          <a:p>
            <a:pPr fontAlgn="t"/>
            <a:r>
              <a:rPr lang="en-US" altLang="zh-TW" sz="2000" b="0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→ signal becomes </a:t>
            </a:r>
            <a:r>
              <a:rPr lang="en-US" altLang="zh-TW" sz="2000" b="1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LOW</a:t>
            </a:r>
          </a:p>
          <a:p>
            <a:pPr fontAlgn="t"/>
            <a:endParaRPr lang="en-US" altLang="zh-TW" sz="2000" b="0" i="0" dirty="0">
              <a:solidFill>
                <a:schemeClr val="bg1"/>
              </a:solidFill>
              <a:effectLst/>
              <a:latin typeface="Segoe UI" panose="020B0502040204020203" pitchFamily="34" charset="0"/>
            </a:endParaRPr>
          </a:p>
          <a:p>
            <a:pPr fontAlgn="t"/>
            <a:r>
              <a:rPr lang="en-US" altLang="zh-TW" sz="2000" b="0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The resistor limits current so you don’t short </a:t>
            </a:r>
            <a:r>
              <a:rPr lang="en-US" altLang="zh-TW" sz="2000" b="0" i="0" dirty="0" err="1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Vcc</a:t>
            </a:r>
            <a:r>
              <a:rPr lang="en-US" altLang="zh-TW" sz="2000" b="0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 to ground.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92E31E74-3A46-2CE5-2576-6F119566ED1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5400000">
            <a:off x="7574402" y="1946893"/>
            <a:ext cx="3139397" cy="6096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8" name="content_2">
            <a:extLst>
              <a:ext uri="{FF2B5EF4-FFF2-40B4-BE49-F238E27FC236}">
                <a16:creationId xmlns:a16="http://schemas.microsoft.com/office/drawing/2014/main" id="{F9DD23FF-FA3F-A947-3E52-C9177192BB28}"/>
              </a:ext>
            </a:extLst>
          </p:cNvPr>
          <p:cNvSpPr txBox="1"/>
          <p:nvPr/>
        </p:nvSpPr>
        <p:spPr>
          <a:xfrm>
            <a:off x="6787948" y="3713859"/>
            <a:ext cx="4546992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 rtl="0" eaLnBrk="1" fontAlgn="t" latinLnBrk="0" hangingPunct="1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zh-TW" sz="2000" i="0" u="none" strike="noStrike" kern="1200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Nothing driving the line</a:t>
            </a:r>
            <a:endParaRPr lang="en-US" altLang="zh-TW" sz="2000" dirty="0">
              <a:solidFill>
                <a:schemeClr val="bg1"/>
              </a:solidFill>
              <a:latin typeface="Segoe UI" panose="020B0502040204020203" pitchFamily="34" charset="0"/>
              <a:ea typeface="微軟正黑體" panose="020B0604030504040204" pitchFamily="34" charset="-120"/>
            </a:endParaRPr>
          </a:p>
          <a:p>
            <a:pPr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TW" sz="2000" b="0" i="0" u="none" strike="noStrike" kern="1200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→ resistor pulls signal </a:t>
            </a:r>
            <a:r>
              <a:rPr lang="en-US" altLang="zh-TW" sz="2000" b="1" i="0" u="none" strike="noStrike" kern="1200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LOW</a:t>
            </a:r>
            <a:r>
              <a:rPr lang="en-US" altLang="zh-TW" sz="2000" b="0" i="0" u="none" strike="noStrike" kern="1200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 </a:t>
            </a: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endParaRPr lang="en-US" altLang="zh-TW" sz="2000" dirty="0">
              <a:solidFill>
                <a:schemeClr val="bg1"/>
              </a:solidFill>
              <a:latin typeface="Segoe UI" panose="020B0502040204020203" pitchFamily="34" charset="0"/>
              <a:ea typeface="微軟正黑體" panose="020B0604030504040204" pitchFamily="34" charset="-120"/>
            </a:endParaRPr>
          </a:p>
          <a:p>
            <a:pPr marL="285750" indent="-285750" algn="l" rtl="0" eaLnBrk="1" fontAlgn="t" latinLnBrk="0" hangingPunct="1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zh-TW" sz="2000" i="0" u="none" strike="noStrike" kern="1200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Switch or output drives to </a:t>
            </a:r>
            <a:r>
              <a:rPr lang="en-US" altLang="zh-TW" sz="2000" i="0" u="none" strike="noStrike" kern="1200" dirty="0" err="1">
                <a:solidFill>
                  <a:schemeClr val="bg1"/>
                </a:solidFill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Vcc</a:t>
            </a:r>
            <a:r>
              <a:rPr lang="en-US" altLang="zh-TW" sz="2000" i="0" u="none" strike="noStrike" kern="1200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 </a:t>
            </a:r>
          </a:p>
          <a:p>
            <a:pPr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TW" sz="2000" b="0" i="0" u="none" strike="noStrike" kern="1200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→ signal becomes </a:t>
            </a:r>
            <a:r>
              <a:rPr lang="en-US" altLang="zh-TW" sz="2000" b="1" i="0" u="none" strike="noStrike" kern="1200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HIGH</a:t>
            </a: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endParaRPr lang="en-US" altLang="zh-TW" sz="2000" dirty="0">
              <a:solidFill>
                <a:schemeClr val="bg1"/>
              </a:solidFill>
              <a:latin typeface="Segoe UI" panose="020B0502040204020203" pitchFamily="34" charset="0"/>
              <a:ea typeface="微軟正黑體" panose="020B0604030504040204" pitchFamily="34" charset="-120"/>
            </a:endParaRP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TW" sz="2000" b="0" i="0" u="none" strike="noStrike" kern="1200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The resistor limits current and prevents a short</a:t>
            </a:r>
            <a:endParaRPr lang="zh-TW" altLang="zh-TW" sz="2000" b="0" i="0" u="none" strike="noStrike" dirty="0">
              <a:solidFill>
                <a:schemeClr val="bg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item_2">
            <a:extLst>
              <a:ext uri="{FF2B5EF4-FFF2-40B4-BE49-F238E27FC236}">
                <a16:creationId xmlns:a16="http://schemas.microsoft.com/office/drawing/2014/main" id="{016973FF-9627-54C1-4BE8-E937D7FC559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 rot="5400000">
            <a:off x="10181411" y="4952352"/>
            <a:ext cx="3315198" cy="4960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2400" b="1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Pull-down resistors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2" name="item_3">
            <a:extLst>
              <a:ext uri="{FF2B5EF4-FFF2-40B4-BE49-F238E27FC236}">
                <a16:creationId xmlns:a16="http://schemas.microsoft.com/office/drawing/2014/main" id="{87098DF4-AEB0-E51E-8CE5-150725A1E6B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 rot="5400000">
            <a:off x="4989202" y="1365791"/>
            <a:ext cx="3049880" cy="4960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2400" b="1" kern="100" dirty="0">
                <a:solidFill>
                  <a:srgbClr val="0057CC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Pull-down resistors</a:t>
            </a:r>
            <a:endParaRPr lang="zh-TW" altLang="zh-TW" sz="2400" kern="100" dirty="0">
              <a:solidFill>
                <a:srgbClr val="0057CC"/>
              </a:solidFill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4" name="item_4">
            <a:extLst>
              <a:ext uri="{FF2B5EF4-FFF2-40B4-BE49-F238E27FC236}">
                <a16:creationId xmlns:a16="http://schemas.microsoft.com/office/drawing/2014/main" id="{D00502AE-5D28-D295-2F3B-906CA474CD3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 rot="5400000">
            <a:off x="3888678" y="4952352"/>
            <a:ext cx="3315198" cy="4960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2400" b="1" kern="100" dirty="0">
                <a:solidFill>
                  <a:srgbClr val="0057CC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Pull-down resistors</a:t>
            </a:r>
            <a:endParaRPr lang="zh-TW" altLang="zh-TW" sz="2400" kern="100" dirty="0">
              <a:solidFill>
                <a:srgbClr val="0057CC"/>
              </a:solidFill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5" name="content_3">
            <a:extLst>
              <a:ext uri="{FF2B5EF4-FFF2-40B4-BE49-F238E27FC236}">
                <a16:creationId xmlns:a16="http://schemas.microsoft.com/office/drawing/2014/main" id="{AE85FD25-4ED3-9CE2-E9F9-056D2337575D}"/>
              </a:ext>
            </a:extLst>
          </p:cNvPr>
          <p:cNvSpPr txBox="1"/>
          <p:nvPr/>
        </p:nvSpPr>
        <p:spPr>
          <a:xfrm>
            <a:off x="6932284" y="285203"/>
            <a:ext cx="4712305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 rtl="0" eaLnBrk="1" fontAlgn="t" latinLnBrk="0" hangingPunct="1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zh-TW" sz="2000" i="0" u="none" strike="noStrike" kern="1200" dirty="0"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Nothing driving the line</a:t>
            </a:r>
            <a:endParaRPr lang="en-US" altLang="zh-TW" sz="2000" dirty="0">
              <a:latin typeface="Segoe UI" panose="020B0502040204020203" pitchFamily="34" charset="0"/>
              <a:ea typeface="微軟正黑體" panose="020B0604030504040204" pitchFamily="34" charset="-120"/>
            </a:endParaRPr>
          </a:p>
          <a:p>
            <a:pPr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TW" sz="2000" b="0" i="0" u="none" strike="noStrike" kern="1200" dirty="0"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→ resistor pulls signal </a:t>
            </a:r>
            <a:r>
              <a:rPr lang="en-US" altLang="zh-TW" sz="2000" b="1" i="0" u="none" strike="noStrike" kern="1200" dirty="0"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LOW</a:t>
            </a:r>
            <a:r>
              <a:rPr lang="en-US" altLang="zh-TW" sz="2000" b="0" i="0" u="none" strike="noStrike" kern="1200" dirty="0"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 </a:t>
            </a: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endParaRPr lang="en-US" altLang="zh-TW" sz="2000" dirty="0">
              <a:latin typeface="Segoe UI" panose="020B0502040204020203" pitchFamily="34" charset="0"/>
              <a:ea typeface="微軟正黑體" panose="020B0604030504040204" pitchFamily="34" charset="-120"/>
            </a:endParaRPr>
          </a:p>
          <a:p>
            <a:pPr marL="285750" indent="-285750" algn="l" rtl="0" eaLnBrk="1" fontAlgn="t" latinLnBrk="0" hangingPunct="1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zh-TW" sz="2000" i="0" u="none" strike="noStrike" kern="1200" dirty="0"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Switch or output drives to </a:t>
            </a:r>
            <a:r>
              <a:rPr lang="en-US" altLang="zh-TW" sz="2000" i="0" u="none" strike="noStrike" kern="1200" dirty="0" err="1"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Vcc</a:t>
            </a:r>
            <a:r>
              <a:rPr lang="en-US" altLang="zh-TW" sz="2000" i="0" u="none" strike="noStrike" kern="1200" dirty="0"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 </a:t>
            </a:r>
          </a:p>
          <a:p>
            <a:pPr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TW" sz="2000" b="0" i="0" u="none" strike="noStrike" kern="1200" dirty="0"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→ signal becomes </a:t>
            </a:r>
            <a:r>
              <a:rPr lang="en-US" altLang="zh-TW" sz="2000" b="1" i="0" u="none" strike="noStrike" kern="1200" dirty="0"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HIGH</a:t>
            </a: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endParaRPr lang="en-US" altLang="zh-TW" sz="2000" dirty="0">
              <a:latin typeface="Segoe UI" panose="020B0502040204020203" pitchFamily="34" charset="0"/>
              <a:ea typeface="微軟正黑體" panose="020B0604030504040204" pitchFamily="34" charset="-120"/>
            </a:endParaRP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TW" sz="2000" b="0" i="0" u="none" strike="noStrike" kern="1200" dirty="0"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The resistor limits current and prevents a short</a:t>
            </a:r>
            <a:endParaRPr lang="zh-TW" altLang="zh-TW" sz="2000" b="0" i="0" u="none" strike="noStrike" dirty="0">
              <a:effectLst/>
              <a:latin typeface="Arial" panose="020B0604020202020204" pitchFamily="34" charset="0"/>
            </a:endParaRPr>
          </a:p>
        </p:txBody>
      </p:sp>
      <p:sp>
        <p:nvSpPr>
          <p:cNvPr id="6" name="content_4">
            <a:extLst>
              <a:ext uri="{FF2B5EF4-FFF2-40B4-BE49-F238E27FC236}">
                <a16:creationId xmlns:a16="http://schemas.microsoft.com/office/drawing/2014/main" id="{1ECDAD2E-7806-CF27-96F7-1C3B10BD695B}"/>
              </a:ext>
            </a:extLst>
          </p:cNvPr>
          <p:cNvSpPr txBox="1"/>
          <p:nvPr/>
        </p:nvSpPr>
        <p:spPr>
          <a:xfrm>
            <a:off x="284149" y="3715797"/>
            <a:ext cx="4712305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 rtl="0" eaLnBrk="1" fontAlgn="t" latinLnBrk="0" hangingPunct="1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zh-TW" sz="2000" i="0" u="none" strike="noStrike" kern="1200" dirty="0"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Nothing driving the line</a:t>
            </a:r>
            <a:endParaRPr lang="en-US" altLang="zh-TW" sz="2000" dirty="0">
              <a:latin typeface="Segoe UI" panose="020B0502040204020203" pitchFamily="34" charset="0"/>
              <a:ea typeface="微軟正黑體" panose="020B0604030504040204" pitchFamily="34" charset="-120"/>
            </a:endParaRPr>
          </a:p>
          <a:p>
            <a:pPr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TW" sz="2000" b="0" i="0" u="none" strike="noStrike" kern="1200" dirty="0"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→ resistor pulls signal </a:t>
            </a:r>
            <a:r>
              <a:rPr lang="en-US" altLang="zh-TW" sz="2000" b="1" i="0" u="none" strike="noStrike" kern="1200" dirty="0"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LOW</a:t>
            </a:r>
            <a:r>
              <a:rPr lang="en-US" altLang="zh-TW" sz="2000" b="0" i="0" u="none" strike="noStrike" kern="1200" dirty="0"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 </a:t>
            </a: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endParaRPr lang="en-US" altLang="zh-TW" sz="2000" dirty="0">
              <a:latin typeface="Segoe UI" panose="020B0502040204020203" pitchFamily="34" charset="0"/>
              <a:ea typeface="微軟正黑體" panose="020B0604030504040204" pitchFamily="34" charset="-120"/>
            </a:endParaRPr>
          </a:p>
          <a:p>
            <a:pPr marL="285750" indent="-285750" algn="l" rtl="0" eaLnBrk="1" fontAlgn="t" latinLnBrk="0" hangingPunct="1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zh-TW" sz="2000" i="0" u="none" strike="noStrike" kern="1200" dirty="0"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Switch or output drives to </a:t>
            </a:r>
            <a:r>
              <a:rPr lang="en-US" altLang="zh-TW" sz="2000" i="0" u="none" strike="noStrike" kern="1200" dirty="0" err="1"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Vcc</a:t>
            </a:r>
            <a:r>
              <a:rPr lang="en-US" altLang="zh-TW" sz="2000" i="0" u="none" strike="noStrike" kern="1200" dirty="0"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 </a:t>
            </a:r>
          </a:p>
          <a:p>
            <a:pPr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TW" sz="2000" b="0" i="0" u="none" strike="noStrike" kern="1200" dirty="0"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→ signal becomes </a:t>
            </a:r>
            <a:r>
              <a:rPr lang="en-US" altLang="zh-TW" sz="2000" b="1" i="0" u="none" strike="noStrike" kern="1200" dirty="0"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HIGH</a:t>
            </a: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endParaRPr lang="en-US" altLang="zh-TW" sz="2000" dirty="0">
              <a:latin typeface="Segoe UI" panose="020B0502040204020203" pitchFamily="34" charset="0"/>
              <a:ea typeface="微軟正黑體" panose="020B0604030504040204" pitchFamily="34" charset="-120"/>
            </a:endParaRP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TW" sz="2000" b="0" i="0" u="none" strike="noStrike" kern="1200" dirty="0"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The resistor limits current and prevents a short</a:t>
            </a:r>
            <a:endParaRPr lang="zh-TW" altLang="zh-TW" sz="2000" b="0" i="0" u="none" strike="noStrike" dirty="0"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425418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剪去同側角落">
            <a:extLst>
              <a:ext uri="{FF2B5EF4-FFF2-40B4-BE49-F238E27FC236}">
                <a16:creationId xmlns:a16="http://schemas.microsoft.com/office/drawing/2014/main" id="{B75BE523-0625-07DE-3900-9DA5D3F7081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5400000">
            <a:off x="667512" y="-439268"/>
            <a:ext cx="630936" cy="1965960"/>
          </a:xfrm>
          <a:prstGeom prst="snip2Same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title"/>
          <p:cNvSpPr txBox="1"/>
          <p:nvPr/>
        </p:nvSpPr>
        <p:spPr>
          <a:xfrm>
            <a:off x="376574" y="318233"/>
            <a:ext cx="1488802" cy="45095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667"/>
              </a:lnSpc>
            </a:pPr>
            <a:r>
              <a:rPr kumimoji="0" lang="en-US" altLang="zh-TW" sz="28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Polarity</a:t>
            </a:r>
            <a:endParaRPr lang="en-US" sz="2800" dirty="0">
              <a:solidFill>
                <a:schemeClr val="bg1"/>
              </a:solidFill>
              <a:latin typeface="+mj-lt"/>
              <a:ea typeface="Raleway"/>
              <a:cs typeface="Raleway"/>
              <a:sym typeface="Raleway"/>
            </a:endParaRPr>
          </a:p>
        </p:txBody>
      </p:sp>
      <p:graphicFrame>
        <p:nvGraphicFramePr>
          <p:cNvPr id="4" name="flow_chart_1">
            <a:extLst>
              <a:ext uri="{FF2B5EF4-FFF2-40B4-BE49-F238E27FC236}">
                <a16:creationId xmlns:a16="http://schemas.microsoft.com/office/drawing/2014/main" id="{70D700A5-AAF9-36B1-3E2C-B79BC8ACC64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26336693"/>
              </p:ext>
            </p:extLst>
          </p:nvPr>
        </p:nvGraphicFramePr>
        <p:xfrm>
          <a:off x="2032000" y="719666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6592524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剪去同側角落">
            <a:extLst>
              <a:ext uri="{FF2B5EF4-FFF2-40B4-BE49-F238E27FC236}">
                <a16:creationId xmlns:a16="http://schemas.microsoft.com/office/drawing/2014/main" id="{B75BE523-0625-07DE-3900-9DA5D3F7081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5400000">
            <a:off x="667512" y="-439268"/>
            <a:ext cx="630936" cy="1965960"/>
          </a:xfrm>
          <a:prstGeom prst="snip2Same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title"/>
          <p:cNvSpPr txBox="1"/>
          <p:nvPr/>
        </p:nvSpPr>
        <p:spPr>
          <a:xfrm>
            <a:off x="376574" y="318233"/>
            <a:ext cx="1488802" cy="45095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667"/>
              </a:lnSpc>
            </a:pPr>
            <a:r>
              <a:rPr kumimoji="0" lang="en-US" altLang="zh-TW" sz="28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Polarity</a:t>
            </a:r>
            <a:endParaRPr lang="en-US" sz="2800" dirty="0">
              <a:solidFill>
                <a:schemeClr val="bg1"/>
              </a:solidFill>
              <a:latin typeface="+mj-lt"/>
              <a:ea typeface="Raleway"/>
              <a:cs typeface="Raleway"/>
              <a:sym typeface="Raleway"/>
            </a:endParaRPr>
          </a:p>
        </p:txBody>
      </p:sp>
      <p:graphicFrame>
        <p:nvGraphicFramePr>
          <p:cNvPr id="4" name="flow_chart_2">
            <a:extLst>
              <a:ext uri="{FF2B5EF4-FFF2-40B4-BE49-F238E27FC236}">
                <a16:creationId xmlns:a16="http://schemas.microsoft.com/office/drawing/2014/main" id="{70D700A5-AAF9-36B1-3E2C-B79BC8ACC64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83614431"/>
              </p:ext>
            </p:extLst>
          </p:nvPr>
        </p:nvGraphicFramePr>
        <p:xfrm>
          <a:off x="2032000" y="719666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0793463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剪去同側角落">
            <a:extLst>
              <a:ext uri="{FF2B5EF4-FFF2-40B4-BE49-F238E27FC236}">
                <a16:creationId xmlns:a16="http://schemas.microsoft.com/office/drawing/2014/main" id="{B75BE523-0625-07DE-3900-9DA5D3F7081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5400000">
            <a:off x="667512" y="-439268"/>
            <a:ext cx="630936" cy="1965960"/>
          </a:xfrm>
          <a:prstGeom prst="snip2Same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title"/>
          <p:cNvSpPr txBox="1"/>
          <p:nvPr/>
        </p:nvSpPr>
        <p:spPr>
          <a:xfrm>
            <a:off x="376574" y="318233"/>
            <a:ext cx="1488802" cy="45095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667"/>
              </a:lnSpc>
            </a:pPr>
            <a:r>
              <a:rPr kumimoji="0" lang="en-US" altLang="zh-TW" sz="28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Polarity</a:t>
            </a:r>
            <a:endParaRPr lang="en-US" sz="2800" dirty="0">
              <a:solidFill>
                <a:schemeClr val="bg1"/>
              </a:solidFill>
              <a:latin typeface="+mj-lt"/>
              <a:ea typeface="Raleway"/>
              <a:cs typeface="Raleway"/>
              <a:sym typeface="Raleway"/>
            </a:endParaRPr>
          </a:p>
        </p:txBody>
      </p:sp>
      <p:graphicFrame>
        <p:nvGraphicFramePr>
          <p:cNvPr id="4" name="flow_chart_3">
            <a:extLst>
              <a:ext uri="{FF2B5EF4-FFF2-40B4-BE49-F238E27FC236}">
                <a16:creationId xmlns:a16="http://schemas.microsoft.com/office/drawing/2014/main" id="{70D700A5-AAF9-36B1-3E2C-B79BC8ACC64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56858419"/>
              </p:ext>
            </p:extLst>
          </p:nvPr>
        </p:nvGraphicFramePr>
        <p:xfrm>
          <a:off x="2032000" y="719666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40778597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1C6221DE-26F1-7329-37D1-D51F513569D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393447" y="3540967"/>
            <a:ext cx="1123776" cy="1123776"/>
          </a:xfrm>
          <a:prstGeom prst="rect">
            <a:avLst/>
          </a:prstGeom>
        </p:spPr>
      </p:pic>
      <p:sp>
        <p:nvSpPr>
          <p:cNvPr id="28" name="文字方塊 27">
            <a:extLst>
              <a:ext uri="{FF2B5EF4-FFF2-40B4-BE49-F238E27FC236}">
                <a16:creationId xmlns:a16="http://schemas.microsoft.com/office/drawing/2014/main" id="{D9126D10-FB8F-38A8-49D7-B564D4BEB3EF}"/>
              </a:ext>
            </a:extLst>
          </p:cNvPr>
          <p:cNvSpPr txBox="1"/>
          <p:nvPr/>
        </p:nvSpPr>
        <p:spPr>
          <a:xfrm>
            <a:off x="8319052" y="4664743"/>
            <a:ext cx="1291478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>
                <a:latin typeface="Century Gothic"/>
                <a:ea typeface="+mn-lt"/>
                <a:cs typeface="+mn-lt"/>
              </a:rPr>
              <a:t>Stay in touch!</a:t>
            </a:r>
            <a:endParaRPr lang="en-US" sz="1050">
              <a:latin typeface="Century Gothic"/>
              <a:ea typeface="新細明體"/>
            </a:endParaRPr>
          </a:p>
        </p:txBody>
      </p:sp>
      <p:sp>
        <p:nvSpPr>
          <p:cNvPr id="3" name="文字方塊 4">
            <a:extLst>
              <a:ext uri="{FF2B5EF4-FFF2-40B4-BE49-F238E27FC236}">
                <a16:creationId xmlns:a16="http://schemas.microsoft.com/office/drawing/2014/main" id="{FC124742-F557-87FC-D538-334221197A8D}"/>
              </a:ext>
            </a:extLst>
          </p:cNvPr>
          <p:cNvSpPr txBox="1"/>
          <p:nvPr/>
        </p:nvSpPr>
        <p:spPr>
          <a:xfrm>
            <a:off x="8337714" y="2136338"/>
            <a:ext cx="3092287" cy="129266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altLang="zh-TW" sz="4400" b="1">
                <a:solidFill>
                  <a:srgbClr val="0057CC"/>
                </a:solidFill>
                <a:latin typeface="Century Gothic" panose="020B0502020202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Thank You</a:t>
            </a:r>
          </a:p>
          <a:p>
            <a:r>
              <a:rPr lang="en-US" sz="2400" b="1">
                <a:latin typeface="Century Gothic" panose="020B0502020202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For Listening</a:t>
            </a:r>
          </a:p>
          <a:p>
            <a:endParaRPr lang="zh-TW" sz="1000" b="1">
              <a:solidFill>
                <a:srgbClr val="0057CC"/>
              </a:solidFill>
              <a:latin typeface="Century Gothic" panose="020B0502020202020204" pitchFamily="34" charset="0"/>
              <a:ea typeface="新細明體"/>
              <a:cs typeface="Calibri" panose="020F0502020204030204" pitchFamily="34" charset="0"/>
            </a:endParaRPr>
          </a:p>
        </p:txBody>
      </p:sp>
      <p:pic>
        <p:nvPicPr>
          <p:cNvPr id="2" name="Picture Placeholder 5" descr="A building with birds flying in the sky&#10;&#10;AI-generated content may be incorrect.">
            <a:extLst>
              <a:ext uri="{FF2B5EF4-FFF2-40B4-BE49-F238E27FC236}">
                <a16:creationId xmlns:a16="http://schemas.microsoft.com/office/drawing/2014/main" id="{91E38D8E-BDB8-AE90-4CD7-23ABC5353759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0" y="0"/>
            <a:ext cx="7564754" cy="6858000"/>
          </a:xfrm>
          <a:prstGeom prst="rect">
            <a:avLst/>
          </a:prstGeom>
        </p:spPr>
      </p:pic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7578544-7840-8F88-BC3C-6DD468038D5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5679440" y="6492875"/>
            <a:ext cx="833120" cy="365125"/>
          </a:xfrm>
        </p:spPr>
        <p:txBody>
          <a:bodyPr/>
          <a:lstStyle/>
          <a:p>
            <a:pPr algn="ctr"/>
            <a:fld id="{5B0A2E34-17E6-46B6-A0CD-23734D57E7FF}" type="slidenum">
              <a:rPr lang="zh-TW" altLang="en-US" smtClean="0"/>
              <a:pPr algn="ctr"/>
              <a:t>18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563347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Accton PPT Theme 2024">
  <a:themeElements>
    <a:clrScheme name="Accton PPT Color 2024">
      <a:dk1>
        <a:srgbClr val="000000"/>
      </a:dk1>
      <a:lt1>
        <a:srgbClr val="FFFFFF"/>
      </a:lt1>
      <a:dk2>
        <a:srgbClr val="424242"/>
      </a:dk2>
      <a:lt2>
        <a:srgbClr val="E7E6E6"/>
      </a:lt2>
      <a:accent1>
        <a:srgbClr val="0057CC"/>
      </a:accent1>
      <a:accent2>
        <a:srgbClr val="FF8243"/>
      </a:accent2>
      <a:accent3>
        <a:srgbClr val="FFED3A"/>
      </a:accent3>
      <a:accent4>
        <a:srgbClr val="82FFD7"/>
      </a:accent4>
      <a:accent5>
        <a:srgbClr val="79CAFB"/>
      </a:accent5>
      <a:accent6>
        <a:srgbClr val="FCDC9D"/>
      </a:accent6>
      <a:hlink>
        <a:srgbClr val="0057CC"/>
      </a:hlink>
      <a:folHlink>
        <a:srgbClr val="F7A809"/>
      </a:folHlink>
    </a:clrScheme>
    <a:fontScheme name="Accton Font 2024">
      <a:majorFont>
        <a:latin typeface="Century Gothic"/>
        <a:ea typeface="微軟正黑體"/>
        <a:cs typeface=""/>
      </a:majorFont>
      <a:minorFont>
        <a:latin typeface="Century Gothic"/>
        <a:ea typeface="微軟正黑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wrap="none" lIns="0" tIns="0" rIns="0" bIns="0" rtlCol="0" anchor="t">
        <a:spAutoFit/>
      </a:bodyPr>
      <a:lstStyle>
        <a:defPPr algn="l">
          <a:defRPr sz="1400" dirty="0" err="1" smtClean="0">
            <a:solidFill>
              <a:srgbClr val="14110F"/>
            </a:solidFill>
            <a:ea typeface="Open Sans Light" panose="020B0306030504020204" pitchFamily="34" charset="0"/>
            <a:cs typeface="Open Sans Light" panose="020B030603050402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Accton PPT Theme 2024" id="{52CAD897-DDC6-43E1-98D0-3FD7CEA5DE32}" vid="{DCC62489-2874-4303-8824-F6C680E41E1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0C1A6ACEABD7442B1C9ED28EAB6C5DB" ma:contentTypeVersion="10" ma:contentTypeDescription="Create a new document." ma:contentTypeScope="" ma:versionID="2c83e620360763aa9bb6ca6f6e90dabe">
  <xsd:schema xmlns:xsd="http://www.w3.org/2001/XMLSchema" xmlns:xs="http://www.w3.org/2001/XMLSchema" xmlns:p="http://schemas.microsoft.com/office/2006/metadata/properties" xmlns:ns2="8a3f5d65-52d1-40ef-a941-5f46bf66d567" xmlns:ns3="0ba46b80-6b01-4346-9b2c-03da308a0634" targetNamespace="http://schemas.microsoft.com/office/2006/metadata/properties" ma:root="true" ma:fieldsID="f21e7a31f88a4c502cacedf435dd6efe" ns2:_="" ns3:_="">
    <xsd:import namespace="8a3f5d65-52d1-40ef-a941-5f46bf66d567"/>
    <xsd:import namespace="0ba46b80-6b01-4346-9b2c-03da308a063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a3f5d65-52d1-40ef-a941-5f46bf66d56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13e062cc-ba6e-498b-9065-d62fc691446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ba46b80-6b01-4346-9b2c-03da308a0634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7ae72b27-1c6d-4323-9a59-839cbc6f883d}" ma:internalName="TaxCatchAll" ma:showField="CatchAllData" ma:web="0ba46b80-6b01-4346-9b2c-03da308a063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0ba46b80-6b01-4346-9b2c-03da308a0634" xsi:nil="true"/>
    <lcf76f155ced4ddcb4097134ff3c332f xmlns="8a3f5d65-52d1-40ef-a941-5f46bf66d567">
      <Terms xmlns="http://schemas.microsoft.com/office/infopath/2007/PartnerControls"/>
    </lcf76f155ced4ddcb4097134ff3c332f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B0EC0026-1517-457D-8D55-FDA8F64F7AC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a3f5d65-52d1-40ef-a941-5f46bf66d567"/>
    <ds:schemaRef ds:uri="0ba46b80-6b01-4346-9b2c-03da308a063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8AAED483-C87A-4A4D-97D9-4D668F30684D}">
  <ds:schemaRefs>
    <ds:schemaRef ds:uri="http://schemas.microsoft.com/office/2006/metadata/properties"/>
    <ds:schemaRef ds:uri="http://schemas.microsoft.com/office/infopath/2007/PartnerControls"/>
    <ds:schemaRef ds:uri="0ba46b80-6b01-4346-9b2c-03da308a0634"/>
    <ds:schemaRef ds:uri="8a3f5d65-52d1-40ef-a941-5f46bf66d567"/>
  </ds:schemaRefs>
</ds:datastoreItem>
</file>

<file path=customXml/itemProps3.xml><?xml version="1.0" encoding="utf-8"?>
<ds:datastoreItem xmlns:ds="http://schemas.openxmlformats.org/officeDocument/2006/customXml" ds:itemID="{04ECE26A-46C9-411F-8B9D-26BC5CDC55C0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Accton Sample Slides 2025</Template>
  <TotalTime>4626</TotalTime>
  <Words>747</Words>
  <Application>Microsoft Office PowerPoint</Application>
  <PresentationFormat>寬螢幕</PresentationFormat>
  <Paragraphs>198</Paragraphs>
  <Slides>18</Slides>
  <Notes>1</Notes>
  <HiddenSlides>0</HiddenSlides>
  <MMClips>0</MMClips>
  <ScaleCrop>false</ScaleCrop>
  <HeadingPairs>
    <vt:vector size="6" baseType="variant">
      <vt:variant>
        <vt:lpstr>使用字型</vt:lpstr>
      </vt:variant>
      <vt:variant>
        <vt:i4>14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18</vt:i4>
      </vt:variant>
    </vt:vector>
  </HeadingPairs>
  <TitlesOfParts>
    <vt:vector size="33" baseType="lpstr">
      <vt:lpstr>ITC Avant Garde Gothic</vt:lpstr>
      <vt:lpstr>微軟正黑體</vt:lpstr>
      <vt:lpstr>新細明體</vt:lpstr>
      <vt:lpstr>Aptos</vt:lpstr>
      <vt:lpstr>Arial</vt:lpstr>
      <vt:lpstr>Calibri</vt:lpstr>
      <vt:lpstr>Century Gothic</vt:lpstr>
      <vt:lpstr>Courier New</vt:lpstr>
      <vt:lpstr>Open Sans Light</vt:lpstr>
      <vt:lpstr>Raleway</vt:lpstr>
      <vt:lpstr>Segoe UI</vt:lpstr>
      <vt:lpstr>Segoe UI Emoji</vt:lpstr>
      <vt:lpstr>Symbol</vt:lpstr>
      <vt:lpstr>Wingdings</vt:lpstr>
      <vt:lpstr>Accton PPT Theme 2024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angel10_tseng 曾璿蓁</cp:lastModifiedBy>
  <cp:revision>50</cp:revision>
  <dcterms:created xsi:type="dcterms:W3CDTF">2025-10-01T07:31:04Z</dcterms:created>
  <dcterms:modified xsi:type="dcterms:W3CDTF">2026-03-31T09:15:08Z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0c583750-9c06-44ae-ae1a-17ef03fa0caa_Enabled">
    <vt:lpwstr>true</vt:lpwstr>
  </property>
  <property fmtid="{D5CDD505-2E9C-101B-9397-08002B2CF9AE}" pid="3" name="MSIP_Label_0c583750-9c06-44ae-ae1a-17ef03fa0caa_SetDate">
    <vt:lpwstr>2025-10-01T07:31:08Z</vt:lpwstr>
  </property>
  <property fmtid="{D5CDD505-2E9C-101B-9397-08002B2CF9AE}" pid="4" name="MSIP_Label_0c583750-9c06-44ae-ae1a-17ef03fa0caa_Method">
    <vt:lpwstr>Standard</vt:lpwstr>
  </property>
  <property fmtid="{D5CDD505-2E9C-101B-9397-08002B2CF9AE}" pid="5" name="MSIP_Label_0c583750-9c06-44ae-ae1a-17ef03fa0caa_Name">
    <vt:lpwstr>密 Classified</vt:lpwstr>
  </property>
  <property fmtid="{D5CDD505-2E9C-101B-9397-08002B2CF9AE}" pid="6" name="MSIP_Label_0c583750-9c06-44ae-ae1a-17ef03fa0caa_SiteId">
    <vt:lpwstr>b8868906-22f4-421b-874b-cc3b045bc9ce</vt:lpwstr>
  </property>
  <property fmtid="{D5CDD505-2E9C-101B-9397-08002B2CF9AE}" pid="7" name="MSIP_Label_0c583750-9c06-44ae-ae1a-17ef03fa0caa_ActionId">
    <vt:lpwstr>152805a2-c0b1-48a9-83b6-9fa0ea90ec9f</vt:lpwstr>
  </property>
  <property fmtid="{D5CDD505-2E9C-101B-9397-08002B2CF9AE}" pid="8" name="MSIP_Label_0c583750-9c06-44ae-ae1a-17ef03fa0caa_ContentBits">
    <vt:lpwstr>0</vt:lpwstr>
  </property>
  <property fmtid="{D5CDD505-2E9C-101B-9397-08002B2CF9AE}" pid="9" name="MSIP_Label_0c583750-9c06-44ae-ae1a-17ef03fa0caa_Tag">
    <vt:lpwstr>10, 3, 0, 2</vt:lpwstr>
  </property>
  <property fmtid="{D5CDD505-2E9C-101B-9397-08002B2CF9AE}" pid="10" name="ContentTypeId">
    <vt:lpwstr>0x01010090C1A6ACEABD7442B1C9ED28EAB6C5DB</vt:lpwstr>
  </property>
</Properties>
</file>